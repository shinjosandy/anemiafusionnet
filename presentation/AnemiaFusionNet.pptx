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386" y="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sp>
          <p:nvSpPr>
            <p:cNvPr id="3" name="Google Shape;10;p2"/>
            <p:cNvSpPr/>
            <p:nvPr/>
          </p:nvSpPr>
          <p:spPr>
            <a:xfrm>
              <a:off x="0" y="48456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>
              <a:off x="0" y="6771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0" y="8697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0" y="10645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0" y="12571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0" y="14497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0" y="16423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0" y="1834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0" y="20293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0" y="22219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0" y="241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0" y="26071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0" y="280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0" y="29944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0" y="31870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0" y="33796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0" y="3571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0" y="376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0" y="39592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0" y="415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0" y="43444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0" y="45370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0" y="47318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0" y="49244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704160" y="0"/>
              <a:ext cx="17280" cy="5142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297" h="85921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01320" y="1217520"/>
            <a:ext cx="5581440" cy="184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0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Google Shape;37;p2"/>
          <p:cNvSpPr/>
          <p:nvPr/>
        </p:nvSpPr>
        <p:spPr>
          <a:xfrm>
            <a:off x="8675640" y="4708080"/>
            <a:ext cx="109080" cy="114120"/>
          </a:xfrm>
          <a:custGeom>
            <a:avLst/>
            <a:gdLst>
              <a:gd name="textAreaLeft" fmla="*/ 0 w 109080"/>
              <a:gd name="textAreaRight" fmla="*/ 109440 w 10908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4371" h="4581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240" bIns="57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Google Shape;38;p2"/>
          <p:cNvSpPr/>
          <p:nvPr/>
        </p:nvSpPr>
        <p:spPr>
          <a:xfrm>
            <a:off x="8485560" y="105372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Google Shape;39;p2"/>
          <p:cNvSpPr/>
          <p:nvPr/>
        </p:nvSpPr>
        <p:spPr>
          <a:xfrm>
            <a:off x="5414400" y="615960"/>
            <a:ext cx="87120" cy="85320"/>
          </a:xfrm>
          <a:custGeom>
            <a:avLst/>
            <a:gdLst>
              <a:gd name="textAreaLeft" fmla="*/ 0 w 87120"/>
              <a:gd name="textAreaRight" fmla="*/ 87480 w 871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3504" h="3429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Google Shape;40;p2"/>
          <p:cNvSpPr/>
          <p:nvPr/>
        </p:nvSpPr>
        <p:spPr>
          <a:xfrm>
            <a:off x="3497400" y="4537080"/>
            <a:ext cx="70560" cy="70560"/>
          </a:xfrm>
          <a:custGeom>
            <a:avLst/>
            <a:gdLst>
              <a:gd name="textAreaLeft" fmla="*/ 0 w 70560"/>
              <a:gd name="textAreaRight" fmla="*/ 70920 w 7056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2836" h="2833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Google Shape;41;p2"/>
          <p:cNvSpPr/>
          <p:nvPr/>
        </p:nvSpPr>
        <p:spPr>
          <a:xfrm>
            <a:off x="374760" y="1053720"/>
            <a:ext cx="338400" cy="293040"/>
          </a:xfrm>
          <a:custGeom>
            <a:avLst/>
            <a:gdLst>
              <a:gd name="textAreaLeft" fmla="*/ 0 w 338400"/>
              <a:gd name="textAreaRight" fmla="*/ 338760 w 33840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13544" h="11743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42;p2"/>
          <p:cNvSpPr/>
          <p:nvPr/>
        </p:nvSpPr>
        <p:spPr>
          <a:xfrm>
            <a:off x="2989440" y="39528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Google Shape;43;p2"/>
          <p:cNvSpPr/>
          <p:nvPr/>
        </p:nvSpPr>
        <p:spPr>
          <a:xfrm>
            <a:off x="1800720" y="4340880"/>
            <a:ext cx="321480" cy="310680"/>
          </a:xfrm>
          <a:custGeom>
            <a:avLst/>
            <a:gdLst>
              <a:gd name="textAreaLeft" fmla="*/ 0 w 321480"/>
              <a:gd name="textAreaRight" fmla="*/ 321840 w 321480"/>
              <a:gd name="textAreaTop" fmla="*/ 0 h 310680"/>
              <a:gd name="textAreaBottom" fmla="*/ 311040 h 310680"/>
            </a:gdLst>
            <a:ahLst/>
            <a:cxnLst/>
            <a:rect l="textAreaLeft" t="textAreaTop" r="textAreaRight" b="textAreaBottom"/>
            <a:pathLst>
              <a:path w="12877" h="12436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6" name="Google Shape;44;p2"/>
          <p:cNvGrpSpPr/>
          <p:nvPr/>
        </p:nvGrpSpPr>
        <p:grpSpPr>
          <a:xfrm>
            <a:off x="5032440" y="4608000"/>
            <a:ext cx="311400" cy="314280"/>
            <a:chOff x="5032440" y="4608000"/>
            <a:chExt cx="311400" cy="314280"/>
          </a:xfrm>
        </p:grpSpPr>
        <p:sp>
          <p:nvSpPr>
            <p:cNvPr id="37" name="Google Shape;45;p2"/>
            <p:cNvSpPr/>
            <p:nvPr/>
          </p:nvSpPr>
          <p:spPr>
            <a:xfrm>
              <a:off x="5032440" y="4608000"/>
              <a:ext cx="311400" cy="31428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12476" h="12588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6;p2"/>
            <p:cNvSpPr/>
            <p:nvPr/>
          </p:nvSpPr>
          <p:spPr>
            <a:xfrm>
              <a:off x="5124240" y="4712760"/>
              <a:ext cx="28080" cy="421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135" h="1699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7;p2"/>
            <p:cNvSpPr/>
            <p:nvPr/>
          </p:nvSpPr>
          <p:spPr>
            <a:xfrm>
              <a:off x="5200200" y="4717800"/>
              <a:ext cx="30600" cy="442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36" h="1782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8;p2"/>
            <p:cNvSpPr/>
            <p:nvPr/>
          </p:nvSpPr>
          <p:spPr>
            <a:xfrm>
              <a:off x="5097600" y="4779360"/>
              <a:ext cx="150480" cy="62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033" h="2521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" name="Google Shape;49;p2"/>
          <p:cNvGrpSpPr/>
          <p:nvPr/>
        </p:nvGrpSpPr>
        <p:grpSpPr>
          <a:xfrm>
            <a:off x="1541160" y="829800"/>
            <a:ext cx="685800" cy="223560"/>
            <a:chOff x="1541160" y="829800"/>
            <a:chExt cx="685800" cy="223560"/>
          </a:xfrm>
        </p:grpSpPr>
        <p:sp>
          <p:nvSpPr>
            <p:cNvPr id="42" name="Google Shape;50;p2"/>
            <p:cNvSpPr/>
            <p:nvPr/>
          </p:nvSpPr>
          <p:spPr>
            <a:xfrm>
              <a:off x="1541160" y="829800"/>
              <a:ext cx="677880" cy="223560"/>
            </a:xfrm>
            <a:custGeom>
              <a:avLst/>
              <a:gdLst>
                <a:gd name="textAreaLeft" fmla="*/ 0 w 677880"/>
                <a:gd name="textAreaRight" fmla="*/ 678240 w 67788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28905" h="9541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51;p2"/>
            <p:cNvSpPr/>
            <p:nvPr/>
          </p:nvSpPr>
          <p:spPr>
            <a:xfrm>
              <a:off x="2123640" y="911520"/>
              <a:ext cx="103320" cy="11268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112680"/>
                <a:gd name="textAreaBottom" fmla="*/ 113040 h 112680"/>
              </a:gdLst>
              <a:ahLst/>
              <a:cxnLst/>
              <a:rect l="textAreaLeft" t="textAreaTop" r="textAreaRight" b="textAreaBottom"/>
              <a:pathLst>
                <a:path w="4423" h="4821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" name="Google Shape;52;p2"/>
          <p:cNvGrpSpPr/>
          <p:nvPr/>
        </p:nvGrpSpPr>
        <p:grpSpPr>
          <a:xfrm>
            <a:off x="7553160" y="4416840"/>
            <a:ext cx="545400" cy="158760"/>
            <a:chOff x="7553160" y="4416840"/>
            <a:chExt cx="545400" cy="158760"/>
          </a:xfrm>
        </p:grpSpPr>
        <p:sp>
          <p:nvSpPr>
            <p:cNvPr id="45" name="Google Shape;53;p2"/>
            <p:cNvSpPr/>
            <p:nvPr/>
          </p:nvSpPr>
          <p:spPr>
            <a:xfrm>
              <a:off x="7553160" y="4416840"/>
              <a:ext cx="545400" cy="158760"/>
            </a:xfrm>
            <a:custGeom>
              <a:avLst/>
              <a:gdLst>
                <a:gd name="textAreaLeft" fmla="*/ 0 w 545400"/>
                <a:gd name="textAreaRight" fmla="*/ 545760 w 545400"/>
                <a:gd name="textAreaTop" fmla="*/ 0 h 158760"/>
                <a:gd name="textAreaBottom" fmla="*/ 159120 h 158760"/>
              </a:gdLst>
              <a:ahLst/>
              <a:cxnLst/>
              <a:rect l="textAreaLeft" t="textAreaTop" r="textAreaRight" b="textAreaBottom"/>
              <a:pathLst>
                <a:path w="23253" h="6779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4;p2"/>
            <p:cNvSpPr/>
            <p:nvPr/>
          </p:nvSpPr>
          <p:spPr>
            <a:xfrm>
              <a:off x="7555680" y="4430160"/>
              <a:ext cx="75600" cy="13248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32480"/>
                <a:gd name="textAreaBottom" fmla="*/ 132840 h 132480"/>
              </a:gdLst>
              <a:ahLst/>
              <a:cxnLst/>
              <a:rect l="textAreaLeft" t="textAreaTop" r="textAreaRight" b="textAreaBottom"/>
              <a:pathLst>
                <a:path w="3236" h="5655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240" bIns="66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895;p22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sp>
          <p:nvSpPr>
            <p:cNvPr id="49" name="Google Shape;896;p22"/>
            <p:cNvSpPr/>
            <p:nvPr/>
          </p:nvSpPr>
          <p:spPr>
            <a:xfrm>
              <a:off x="0" y="48456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897;p22"/>
            <p:cNvSpPr/>
            <p:nvPr/>
          </p:nvSpPr>
          <p:spPr>
            <a:xfrm>
              <a:off x="0" y="6771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898;p22"/>
            <p:cNvSpPr/>
            <p:nvPr/>
          </p:nvSpPr>
          <p:spPr>
            <a:xfrm>
              <a:off x="0" y="8697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899;p22"/>
            <p:cNvSpPr/>
            <p:nvPr/>
          </p:nvSpPr>
          <p:spPr>
            <a:xfrm>
              <a:off x="0" y="10645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900;p22"/>
            <p:cNvSpPr/>
            <p:nvPr/>
          </p:nvSpPr>
          <p:spPr>
            <a:xfrm>
              <a:off x="0" y="12571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901;p22"/>
            <p:cNvSpPr/>
            <p:nvPr/>
          </p:nvSpPr>
          <p:spPr>
            <a:xfrm>
              <a:off x="0" y="14497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902;p22"/>
            <p:cNvSpPr/>
            <p:nvPr/>
          </p:nvSpPr>
          <p:spPr>
            <a:xfrm>
              <a:off x="0" y="16423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903;p22"/>
            <p:cNvSpPr/>
            <p:nvPr/>
          </p:nvSpPr>
          <p:spPr>
            <a:xfrm>
              <a:off x="0" y="1834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904;p22"/>
            <p:cNvSpPr/>
            <p:nvPr/>
          </p:nvSpPr>
          <p:spPr>
            <a:xfrm>
              <a:off x="0" y="20293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905;p22"/>
            <p:cNvSpPr/>
            <p:nvPr/>
          </p:nvSpPr>
          <p:spPr>
            <a:xfrm>
              <a:off x="0" y="22219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906;p22"/>
            <p:cNvSpPr/>
            <p:nvPr/>
          </p:nvSpPr>
          <p:spPr>
            <a:xfrm>
              <a:off x="0" y="241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907;p22"/>
            <p:cNvSpPr/>
            <p:nvPr/>
          </p:nvSpPr>
          <p:spPr>
            <a:xfrm>
              <a:off x="0" y="26071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908;p22"/>
            <p:cNvSpPr/>
            <p:nvPr/>
          </p:nvSpPr>
          <p:spPr>
            <a:xfrm>
              <a:off x="0" y="280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09;p22"/>
            <p:cNvSpPr/>
            <p:nvPr/>
          </p:nvSpPr>
          <p:spPr>
            <a:xfrm>
              <a:off x="0" y="29944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10;p22"/>
            <p:cNvSpPr/>
            <p:nvPr/>
          </p:nvSpPr>
          <p:spPr>
            <a:xfrm>
              <a:off x="0" y="31870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11;p22"/>
            <p:cNvSpPr/>
            <p:nvPr/>
          </p:nvSpPr>
          <p:spPr>
            <a:xfrm>
              <a:off x="0" y="33796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12;p22"/>
            <p:cNvSpPr/>
            <p:nvPr/>
          </p:nvSpPr>
          <p:spPr>
            <a:xfrm>
              <a:off x="0" y="3571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13;p22"/>
            <p:cNvSpPr/>
            <p:nvPr/>
          </p:nvSpPr>
          <p:spPr>
            <a:xfrm>
              <a:off x="0" y="376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914;p22"/>
            <p:cNvSpPr/>
            <p:nvPr/>
          </p:nvSpPr>
          <p:spPr>
            <a:xfrm>
              <a:off x="0" y="39592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915;p22"/>
            <p:cNvSpPr/>
            <p:nvPr/>
          </p:nvSpPr>
          <p:spPr>
            <a:xfrm>
              <a:off x="0" y="415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16;p22"/>
            <p:cNvSpPr/>
            <p:nvPr/>
          </p:nvSpPr>
          <p:spPr>
            <a:xfrm>
              <a:off x="0" y="43444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17;p22"/>
            <p:cNvSpPr/>
            <p:nvPr/>
          </p:nvSpPr>
          <p:spPr>
            <a:xfrm>
              <a:off x="0" y="45370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918;p22"/>
            <p:cNvSpPr/>
            <p:nvPr/>
          </p:nvSpPr>
          <p:spPr>
            <a:xfrm>
              <a:off x="0" y="47318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919;p22"/>
            <p:cNvSpPr/>
            <p:nvPr/>
          </p:nvSpPr>
          <p:spPr>
            <a:xfrm>
              <a:off x="0" y="49244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920;p22"/>
            <p:cNvSpPr/>
            <p:nvPr/>
          </p:nvSpPr>
          <p:spPr>
            <a:xfrm>
              <a:off x="704160" y="0"/>
              <a:ext cx="17280" cy="5142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297" h="85921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10040" y="808200"/>
            <a:ext cx="3969000" cy="119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8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5" name="Google Shape;923;p22"/>
          <p:cNvSpPr/>
          <p:nvPr/>
        </p:nvSpPr>
        <p:spPr>
          <a:xfrm>
            <a:off x="4140000" y="4738680"/>
            <a:ext cx="109080" cy="114120"/>
          </a:xfrm>
          <a:custGeom>
            <a:avLst/>
            <a:gdLst>
              <a:gd name="textAreaLeft" fmla="*/ 0 w 109080"/>
              <a:gd name="textAreaRight" fmla="*/ 109440 w 10908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4371" h="4581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240" bIns="57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Google Shape;924;p22"/>
          <p:cNvSpPr/>
          <p:nvPr/>
        </p:nvSpPr>
        <p:spPr>
          <a:xfrm>
            <a:off x="7252920" y="486504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925;p22"/>
          <p:cNvSpPr/>
          <p:nvPr/>
        </p:nvSpPr>
        <p:spPr>
          <a:xfrm>
            <a:off x="1577880" y="4862520"/>
            <a:ext cx="87120" cy="85320"/>
          </a:xfrm>
          <a:custGeom>
            <a:avLst/>
            <a:gdLst>
              <a:gd name="textAreaLeft" fmla="*/ 0 w 87120"/>
              <a:gd name="textAreaRight" fmla="*/ 87480 w 871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3504" h="3429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Google Shape;926;p22"/>
          <p:cNvSpPr/>
          <p:nvPr/>
        </p:nvSpPr>
        <p:spPr>
          <a:xfrm>
            <a:off x="2436480" y="441000"/>
            <a:ext cx="70560" cy="70560"/>
          </a:xfrm>
          <a:custGeom>
            <a:avLst/>
            <a:gdLst>
              <a:gd name="textAreaLeft" fmla="*/ 0 w 70560"/>
              <a:gd name="textAreaRight" fmla="*/ 70920 w 7056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2836" h="2833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927;p22"/>
          <p:cNvSpPr/>
          <p:nvPr/>
        </p:nvSpPr>
        <p:spPr>
          <a:xfrm>
            <a:off x="321480" y="3296160"/>
            <a:ext cx="338400" cy="293040"/>
          </a:xfrm>
          <a:custGeom>
            <a:avLst/>
            <a:gdLst>
              <a:gd name="textAreaLeft" fmla="*/ 0 w 338400"/>
              <a:gd name="textAreaRight" fmla="*/ 338760 w 33840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13544" h="11743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Google Shape;928;p22"/>
          <p:cNvSpPr/>
          <p:nvPr/>
        </p:nvSpPr>
        <p:spPr>
          <a:xfrm>
            <a:off x="6286320" y="87120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Google Shape;929;p22"/>
          <p:cNvSpPr/>
          <p:nvPr/>
        </p:nvSpPr>
        <p:spPr>
          <a:xfrm>
            <a:off x="7368840" y="320760"/>
            <a:ext cx="321480" cy="310680"/>
          </a:xfrm>
          <a:custGeom>
            <a:avLst/>
            <a:gdLst>
              <a:gd name="textAreaLeft" fmla="*/ 0 w 321480"/>
              <a:gd name="textAreaRight" fmla="*/ 321840 w 321480"/>
              <a:gd name="textAreaTop" fmla="*/ 0 h 310680"/>
              <a:gd name="textAreaBottom" fmla="*/ 311040 h 310680"/>
            </a:gdLst>
            <a:ahLst/>
            <a:cxnLst/>
            <a:rect l="textAreaLeft" t="textAreaTop" r="textAreaRight" b="textAreaBottom"/>
            <a:pathLst>
              <a:path w="12877" h="12436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2" name="Google Shape;930;p22"/>
          <p:cNvGrpSpPr/>
          <p:nvPr/>
        </p:nvGrpSpPr>
        <p:grpSpPr>
          <a:xfrm>
            <a:off x="401400" y="603720"/>
            <a:ext cx="311400" cy="314280"/>
            <a:chOff x="401400" y="603720"/>
            <a:chExt cx="311400" cy="314280"/>
          </a:xfrm>
        </p:grpSpPr>
        <p:sp>
          <p:nvSpPr>
            <p:cNvPr id="83" name="Google Shape;931;p22"/>
            <p:cNvSpPr/>
            <p:nvPr/>
          </p:nvSpPr>
          <p:spPr>
            <a:xfrm>
              <a:off x="401400" y="603720"/>
              <a:ext cx="311400" cy="31428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12476" h="12588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32;p22"/>
            <p:cNvSpPr/>
            <p:nvPr/>
          </p:nvSpPr>
          <p:spPr>
            <a:xfrm>
              <a:off x="493200" y="708480"/>
              <a:ext cx="28080" cy="421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135" h="1699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33;p22"/>
            <p:cNvSpPr/>
            <p:nvPr/>
          </p:nvSpPr>
          <p:spPr>
            <a:xfrm>
              <a:off x="568800" y="713160"/>
              <a:ext cx="30600" cy="442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36" h="1782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934;p22"/>
            <p:cNvSpPr/>
            <p:nvPr/>
          </p:nvSpPr>
          <p:spPr>
            <a:xfrm>
              <a:off x="466560" y="775080"/>
              <a:ext cx="150480" cy="62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033" h="2521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" name="Google Shape;935;p22"/>
          <p:cNvGrpSpPr/>
          <p:nvPr/>
        </p:nvGrpSpPr>
        <p:grpSpPr>
          <a:xfrm>
            <a:off x="8448120" y="3255120"/>
            <a:ext cx="307800" cy="339120"/>
            <a:chOff x="8448120" y="3255120"/>
            <a:chExt cx="307800" cy="339120"/>
          </a:xfrm>
        </p:grpSpPr>
        <p:sp>
          <p:nvSpPr>
            <p:cNvPr id="88" name="Google Shape;936;p22"/>
            <p:cNvSpPr/>
            <p:nvPr/>
          </p:nvSpPr>
          <p:spPr>
            <a:xfrm rot="17421000">
              <a:off x="8471520" y="3332880"/>
              <a:ext cx="293760" cy="183600"/>
            </a:xfrm>
            <a:custGeom>
              <a:avLst/>
              <a:gdLst>
                <a:gd name="textAreaLeft" fmla="*/ 0 w 293760"/>
                <a:gd name="textAreaRight" fmla="*/ 294120 w 293760"/>
                <a:gd name="textAreaTop" fmla="*/ 0 h 183600"/>
                <a:gd name="textAreaBottom" fmla="*/ 183960 h 183600"/>
              </a:gdLst>
              <a:ahLst/>
              <a:cxnLst/>
              <a:rect l="textAreaLeft" t="textAreaTop" r="textAreaRight" b="textAreaBottom"/>
              <a:pathLst>
                <a:path w="11771" h="7360">
                  <a:moveTo>
                    <a:pt x="551" y="1"/>
                  </a:moveTo>
                  <a:cubicBezTo>
                    <a:pt x="326" y="1"/>
                    <a:pt x="101" y="143"/>
                    <a:pt x="68" y="426"/>
                  </a:cubicBezTo>
                  <a:cubicBezTo>
                    <a:pt x="1" y="2194"/>
                    <a:pt x="435" y="3962"/>
                    <a:pt x="1302" y="5530"/>
                  </a:cubicBezTo>
                  <a:cubicBezTo>
                    <a:pt x="2059" y="6773"/>
                    <a:pt x="3188" y="7360"/>
                    <a:pt x="4513" y="7360"/>
                  </a:cubicBezTo>
                  <a:cubicBezTo>
                    <a:pt x="4822" y="7360"/>
                    <a:pt x="5143" y="7328"/>
                    <a:pt x="5472" y="7264"/>
                  </a:cubicBezTo>
                  <a:cubicBezTo>
                    <a:pt x="8474" y="6631"/>
                    <a:pt x="10875" y="4362"/>
                    <a:pt x="11709" y="1393"/>
                  </a:cubicBezTo>
                  <a:cubicBezTo>
                    <a:pt x="11770" y="1048"/>
                    <a:pt x="11497" y="826"/>
                    <a:pt x="11229" y="826"/>
                  </a:cubicBezTo>
                  <a:cubicBezTo>
                    <a:pt x="11057" y="826"/>
                    <a:pt x="10887" y="918"/>
                    <a:pt x="10809" y="1127"/>
                  </a:cubicBezTo>
                  <a:cubicBezTo>
                    <a:pt x="10108" y="3595"/>
                    <a:pt x="8173" y="5563"/>
                    <a:pt x="5705" y="6264"/>
                  </a:cubicBezTo>
                  <a:cubicBezTo>
                    <a:pt x="5338" y="6380"/>
                    <a:pt x="4963" y="6439"/>
                    <a:pt x="4588" y="6439"/>
                  </a:cubicBezTo>
                  <a:cubicBezTo>
                    <a:pt x="4212" y="6439"/>
                    <a:pt x="3837" y="6380"/>
                    <a:pt x="3470" y="6264"/>
                  </a:cubicBezTo>
                  <a:cubicBezTo>
                    <a:pt x="2836" y="5997"/>
                    <a:pt x="2336" y="5530"/>
                    <a:pt x="2036" y="4929"/>
                  </a:cubicBezTo>
                  <a:cubicBezTo>
                    <a:pt x="1302" y="3528"/>
                    <a:pt x="968" y="1994"/>
                    <a:pt x="1035" y="426"/>
                  </a:cubicBezTo>
                  <a:cubicBezTo>
                    <a:pt x="1002" y="143"/>
                    <a:pt x="777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37;p22"/>
            <p:cNvSpPr/>
            <p:nvPr/>
          </p:nvSpPr>
          <p:spPr>
            <a:xfrm rot="17421000">
              <a:off x="8440920" y="3480120"/>
              <a:ext cx="131760" cy="7668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5283" h="3079">
                  <a:moveTo>
                    <a:pt x="2227" y="0"/>
                  </a:moveTo>
                  <a:cubicBezTo>
                    <a:pt x="1662" y="0"/>
                    <a:pt x="1372" y="515"/>
                    <a:pt x="1113" y="936"/>
                  </a:cubicBezTo>
                  <a:cubicBezTo>
                    <a:pt x="846" y="1369"/>
                    <a:pt x="513" y="1903"/>
                    <a:pt x="212" y="2403"/>
                  </a:cubicBezTo>
                  <a:cubicBezTo>
                    <a:pt x="1" y="2733"/>
                    <a:pt x="320" y="3078"/>
                    <a:pt x="643" y="3078"/>
                  </a:cubicBezTo>
                  <a:cubicBezTo>
                    <a:pt x="779" y="3078"/>
                    <a:pt x="915" y="3018"/>
                    <a:pt x="1013" y="2870"/>
                  </a:cubicBezTo>
                  <a:cubicBezTo>
                    <a:pt x="1280" y="2470"/>
                    <a:pt x="1513" y="2070"/>
                    <a:pt x="1747" y="1669"/>
                  </a:cubicBezTo>
                  <a:cubicBezTo>
                    <a:pt x="1880" y="1503"/>
                    <a:pt x="1980" y="1303"/>
                    <a:pt x="2114" y="1102"/>
                  </a:cubicBezTo>
                  <a:cubicBezTo>
                    <a:pt x="2147" y="1069"/>
                    <a:pt x="2214" y="936"/>
                    <a:pt x="2281" y="936"/>
                  </a:cubicBezTo>
                  <a:cubicBezTo>
                    <a:pt x="2414" y="936"/>
                    <a:pt x="2614" y="1136"/>
                    <a:pt x="2714" y="1236"/>
                  </a:cubicBezTo>
                  <a:lnTo>
                    <a:pt x="3281" y="1669"/>
                  </a:lnTo>
                  <a:lnTo>
                    <a:pt x="4449" y="2603"/>
                  </a:lnTo>
                  <a:cubicBezTo>
                    <a:pt x="4549" y="2687"/>
                    <a:pt x="4666" y="2729"/>
                    <a:pt x="4782" y="2729"/>
                  </a:cubicBezTo>
                  <a:cubicBezTo>
                    <a:pt x="4899" y="2729"/>
                    <a:pt x="5016" y="2687"/>
                    <a:pt x="5116" y="2603"/>
                  </a:cubicBezTo>
                  <a:cubicBezTo>
                    <a:pt x="5283" y="2403"/>
                    <a:pt x="5283" y="2103"/>
                    <a:pt x="5116" y="1936"/>
                  </a:cubicBezTo>
                  <a:lnTo>
                    <a:pt x="3748" y="836"/>
                  </a:lnTo>
                  <a:cubicBezTo>
                    <a:pt x="3348" y="502"/>
                    <a:pt x="2848" y="2"/>
                    <a:pt x="2281" y="2"/>
                  </a:cubicBezTo>
                  <a:cubicBezTo>
                    <a:pt x="2263" y="1"/>
                    <a:pt x="2245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" name="Google Shape;938;p22"/>
          <p:cNvGrpSpPr/>
          <p:nvPr/>
        </p:nvGrpSpPr>
        <p:grpSpPr>
          <a:xfrm>
            <a:off x="1200600" y="1446480"/>
            <a:ext cx="336600" cy="265320"/>
            <a:chOff x="1200600" y="1446480"/>
            <a:chExt cx="336600" cy="265320"/>
          </a:xfrm>
        </p:grpSpPr>
        <p:sp>
          <p:nvSpPr>
            <p:cNvPr id="91" name="Google Shape;939;p22"/>
            <p:cNvSpPr/>
            <p:nvPr/>
          </p:nvSpPr>
          <p:spPr>
            <a:xfrm rot="19594800" flipV="1">
              <a:off x="1221840" y="1502280"/>
              <a:ext cx="250200" cy="152640"/>
            </a:xfrm>
            <a:custGeom>
              <a:avLst/>
              <a:gdLst>
                <a:gd name="textAreaLeft" fmla="*/ 0 w 250200"/>
                <a:gd name="textAreaRight" fmla="*/ 250560 w 250200"/>
                <a:gd name="textAreaTop" fmla="*/ 360 h 152640"/>
                <a:gd name="textAreaBottom" fmla="*/ 153360 h 152640"/>
              </a:gdLst>
              <a:ahLst/>
              <a:cxnLst/>
              <a:rect l="textAreaLeft" t="textAreaTop" r="textAreaRight" b="textAreaBottom"/>
              <a:pathLst>
                <a:path w="10026" h="6123">
                  <a:moveTo>
                    <a:pt x="626" y="0"/>
                  </a:moveTo>
                  <a:cubicBezTo>
                    <a:pt x="321" y="0"/>
                    <a:pt x="0" y="351"/>
                    <a:pt x="183" y="718"/>
                  </a:cubicBezTo>
                  <a:cubicBezTo>
                    <a:pt x="1174" y="2864"/>
                    <a:pt x="2361" y="6123"/>
                    <a:pt x="5266" y="6123"/>
                  </a:cubicBezTo>
                  <a:cubicBezTo>
                    <a:pt x="5295" y="6123"/>
                    <a:pt x="5324" y="6122"/>
                    <a:pt x="5354" y="6122"/>
                  </a:cubicBezTo>
                  <a:cubicBezTo>
                    <a:pt x="8289" y="6055"/>
                    <a:pt x="9223" y="2853"/>
                    <a:pt x="9924" y="584"/>
                  </a:cubicBezTo>
                  <a:cubicBezTo>
                    <a:pt x="10026" y="237"/>
                    <a:pt x="9728" y="3"/>
                    <a:pt x="9444" y="3"/>
                  </a:cubicBezTo>
                  <a:cubicBezTo>
                    <a:pt x="9263" y="3"/>
                    <a:pt x="9088" y="97"/>
                    <a:pt x="9023" y="317"/>
                  </a:cubicBezTo>
                  <a:cubicBezTo>
                    <a:pt x="8656" y="1485"/>
                    <a:pt x="8356" y="2686"/>
                    <a:pt x="7689" y="3653"/>
                  </a:cubicBezTo>
                  <a:cubicBezTo>
                    <a:pt x="7122" y="4487"/>
                    <a:pt x="6221" y="5188"/>
                    <a:pt x="5187" y="5188"/>
                  </a:cubicBezTo>
                  <a:cubicBezTo>
                    <a:pt x="2785" y="5121"/>
                    <a:pt x="1785" y="2019"/>
                    <a:pt x="984" y="251"/>
                  </a:cubicBezTo>
                  <a:cubicBezTo>
                    <a:pt x="900" y="73"/>
                    <a:pt x="765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6320" bIns="76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940;p22"/>
            <p:cNvSpPr/>
            <p:nvPr/>
          </p:nvSpPr>
          <p:spPr>
            <a:xfrm rot="19594800" flipV="1">
              <a:off x="1401840" y="1531440"/>
              <a:ext cx="123480" cy="7920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360 h 79200"/>
                <a:gd name="textAreaBottom" fmla="*/ 79920 h 79200"/>
              </a:gdLst>
              <a:ahLst/>
              <a:cxnLst/>
              <a:rect l="textAreaLeft" t="textAreaTop" r="textAreaRight" b="textAreaBottom"/>
              <a:pathLst>
                <a:path w="4960" h="3195">
                  <a:moveTo>
                    <a:pt x="2291" y="902"/>
                  </a:moveTo>
                  <a:lnTo>
                    <a:pt x="2291" y="902"/>
                  </a:lnTo>
                  <a:cubicBezTo>
                    <a:pt x="2291" y="902"/>
                    <a:pt x="2302" y="913"/>
                    <a:pt x="2315" y="928"/>
                  </a:cubicBezTo>
                  <a:lnTo>
                    <a:pt x="2315" y="928"/>
                  </a:lnTo>
                  <a:cubicBezTo>
                    <a:pt x="2302" y="923"/>
                    <a:pt x="2291" y="915"/>
                    <a:pt x="2291" y="902"/>
                  </a:cubicBezTo>
                  <a:close/>
                  <a:moveTo>
                    <a:pt x="2391" y="1"/>
                  </a:moveTo>
                  <a:cubicBezTo>
                    <a:pt x="2157" y="1"/>
                    <a:pt x="1924" y="68"/>
                    <a:pt x="1724" y="201"/>
                  </a:cubicBezTo>
                  <a:lnTo>
                    <a:pt x="523" y="835"/>
                  </a:lnTo>
                  <a:cubicBezTo>
                    <a:pt x="1" y="1082"/>
                    <a:pt x="271" y="1736"/>
                    <a:pt x="699" y="1736"/>
                  </a:cubicBezTo>
                  <a:cubicBezTo>
                    <a:pt x="790" y="1736"/>
                    <a:pt x="890" y="1706"/>
                    <a:pt x="990" y="1635"/>
                  </a:cubicBezTo>
                  <a:lnTo>
                    <a:pt x="2024" y="1102"/>
                  </a:lnTo>
                  <a:lnTo>
                    <a:pt x="2257" y="1002"/>
                  </a:lnTo>
                  <a:cubicBezTo>
                    <a:pt x="2276" y="1002"/>
                    <a:pt x="2316" y="981"/>
                    <a:pt x="2341" y="962"/>
                  </a:cubicBezTo>
                  <a:lnTo>
                    <a:pt x="2341" y="962"/>
                  </a:lnTo>
                  <a:cubicBezTo>
                    <a:pt x="2350" y="977"/>
                    <a:pt x="2357" y="991"/>
                    <a:pt x="2357" y="1002"/>
                  </a:cubicBezTo>
                  <a:lnTo>
                    <a:pt x="2558" y="1235"/>
                  </a:lnTo>
                  <a:lnTo>
                    <a:pt x="4125" y="3070"/>
                  </a:lnTo>
                  <a:cubicBezTo>
                    <a:pt x="4209" y="3153"/>
                    <a:pt x="4325" y="3195"/>
                    <a:pt x="4446" y="3195"/>
                  </a:cubicBezTo>
                  <a:cubicBezTo>
                    <a:pt x="4567" y="3195"/>
                    <a:pt x="4692" y="3153"/>
                    <a:pt x="4792" y="3070"/>
                  </a:cubicBezTo>
                  <a:cubicBezTo>
                    <a:pt x="4959" y="2870"/>
                    <a:pt x="4959" y="2569"/>
                    <a:pt x="4792" y="2403"/>
                  </a:cubicBezTo>
                  <a:cubicBezTo>
                    <a:pt x="4192" y="1702"/>
                    <a:pt x="3592" y="1002"/>
                    <a:pt x="2991" y="301"/>
                  </a:cubicBezTo>
                  <a:cubicBezTo>
                    <a:pt x="2858" y="134"/>
                    <a:pt x="2624" y="1"/>
                    <a:pt x="239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1224;p29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sp>
          <p:nvSpPr>
            <p:cNvPr id="95" name="Google Shape;1225;p29"/>
            <p:cNvSpPr/>
            <p:nvPr/>
          </p:nvSpPr>
          <p:spPr>
            <a:xfrm>
              <a:off x="0" y="48456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226;p29"/>
            <p:cNvSpPr/>
            <p:nvPr/>
          </p:nvSpPr>
          <p:spPr>
            <a:xfrm>
              <a:off x="0" y="6771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227;p29"/>
            <p:cNvSpPr/>
            <p:nvPr/>
          </p:nvSpPr>
          <p:spPr>
            <a:xfrm>
              <a:off x="0" y="8697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228;p29"/>
            <p:cNvSpPr/>
            <p:nvPr/>
          </p:nvSpPr>
          <p:spPr>
            <a:xfrm>
              <a:off x="0" y="10645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229;p29"/>
            <p:cNvSpPr/>
            <p:nvPr/>
          </p:nvSpPr>
          <p:spPr>
            <a:xfrm>
              <a:off x="0" y="12571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230;p29"/>
            <p:cNvSpPr/>
            <p:nvPr/>
          </p:nvSpPr>
          <p:spPr>
            <a:xfrm>
              <a:off x="0" y="14497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1231;p29"/>
            <p:cNvSpPr/>
            <p:nvPr/>
          </p:nvSpPr>
          <p:spPr>
            <a:xfrm>
              <a:off x="0" y="16423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1232;p29"/>
            <p:cNvSpPr/>
            <p:nvPr/>
          </p:nvSpPr>
          <p:spPr>
            <a:xfrm>
              <a:off x="0" y="1834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233;p29"/>
            <p:cNvSpPr/>
            <p:nvPr/>
          </p:nvSpPr>
          <p:spPr>
            <a:xfrm>
              <a:off x="0" y="20293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1234;p29"/>
            <p:cNvSpPr/>
            <p:nvPr/>
          </p:nvSpPr>
          <p:spPr>
            <a:xfrm>
              <a:off x="0" y="22219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235;p29"/>
            <p:cNvSpPr/>
            <p:nvPr/>
          </p:nvSpPr>
          <p:spPr>
            <a:xfrm>
              <a:off x="0" y="241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236;p29"/>
            <p:cNvSpPr/>
            <p:nvPr/>
          </p:nvSpPr>
          <p:spPr>
            <a:xfrm>
              <a:off x="0" y="26071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237;p29"/>
            <p:cNvSpPr/>
            <p:nvPr/>
          </p:nvSpPr>
          <p:spPr>
            <a:xfrm>
              <a:off x="0" y="280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238;p29"/>
            <p:cNvSpPr/>
            <p:nvPr/>
          </p:nvSpPr>
          <p:spPr>
            <a:xfrm>
              <a:off x="0" y="29944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239;p29"/>
            <p:cNvSpPr/>
            <p:nvPr/>
          </p:nvSpPr>
          <p:spPr>
            <a:xfrm>
              <a:off x="0" y="31870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240;p29"/>
            <p:cNvSpPr/>
            <p:nvPr/>
          </p:nvSpPr>
          <p:spPr>
            <a:xfrm>
              <a:off x="0" y="33796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241;p29"/>
            <p:cNvSpPr/>
            <p:nvPr/>
          </p:nvSpPr>
          <p:spPr>
            <a:xfrm>
              <a:off x="0" y="3571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42;p29"/>
            <p:cNvSpPr/>
            <p:nvPr/>
          </p:nvSpPr>
          <p:spPr>
            <a:xfrm>
              <a:off x="0" y="376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243;p29"/>
            <p:cNvSpPr/>
            <p:nvPr/>
          </p:nvSpPr>
          <p:spPr>
            <a:xfrm>
              <a:off x="0" y="39592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244;p29"/>
            <p:cNvSpPr/>
            <p:nvPr/>
          </p:nvSpPr>
          <p:spPr>
            <a:xfrm>
              <a:off x="0" y="415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245;p29"/>
            <p:cNvSpPr/>
            <p:nvPr/>
          </p:nvSpPr>
          <p:spPr>
            <a:xfrm>
              <a:off x="0" y="43444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246;p29"/>
            <p:cNvSpPr/>
            <p:nvPr/>
          </p:nvSpPr>
          <p:spPr>
            <a:xfrm>
              <a:off x="0" y="45370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247;p29"/>
            <p:cNvSpPr/>
            <p:nvPr/>
          </p:nvSpPr>
          <p:spPr>
            <a:xfrm>
              <a:off x="0" y="47318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1248;p29"/>
            <p:cNvSpPr/>
            <p:nvPr/>
          </p:nvSpPr>
          <p:spPr>
            <a:xfrm>
              <a:off x="0" y="49244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1249;p29"/>
            <p:cNvSpPr/>
            <p:nvPr/>
          </p:nvSpPr>
          <p:spPr>
            <a:xfrm>
              <a:off x="704160" y="0"/>
              <a:ext cx="17280" cy="5142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297" h="85921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143360" y="1301400"/>
            <a:ext cx="3714120" cy="103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1" name="Google Shape;1252;p29"/>
          <p:cNvSpPr/>
          <p:nvPr/>
        </p:nvSpPr>
        <p:spPr>
          <a:xfrm>
            <a:off x="3965400" y="958320"/>
            <a:ext cx="109080" cy="114120"/>
          </a:xfrm>
          <a:custGeom>
            <a:avLst/>
            <a:gdLst>
              <a:gd name="textAreaLeft" fmla="*/ 0 w 109080"/>
              <a:gd name="textAreaRight" fmla="*/ 109440 w 10908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4371" h="4581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240" bIns="57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Google Shape;1253;p29"/>
          <p:cNvSpPr/>
          <p:nvPr/>
        </p:nvSpPr>
        <p:spPr>
          <a:xfrm>
            <a:off x="208440" y="2878560"/>
            <a:ext cx="87120" cy="85320"/>
          </a:xfrm>
          <a:custGeom>
            <a:avLst/>
            <a:gdLst>
              <a:gd name="textAreaLeft" fmla="*/ 0 w 87120"/>
              <a:gd name="textAreaRight" fmla="*/ 87480 w 871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3504" h="3429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Google Shape;1254;p29"/>
          <p:cNvSpPr/>
          <p:nvPr/>
        </p:nvSpPr>
        <p:spPr>
          <a:xfrm>
            <a:off x="4673520" y="4446000"/>
            <a:ext cx="70560" cy="70560"/>
          </a:xfrm>
          <a:custGeom>
            <a:avLst/>
            <a:gdLst>
              <a:gd name="textAreaLeft" fmla="*/ 0 w 70560"/>
              <a:gd name="textAreaRight" fmla="*/ 70920 w 7056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2836" h="2833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Google Shape;1255;p29"/>
          <p:cNvSpPr/>
          <p:nvPr/>
        </p:nvSpPr>
        <p:spPr>
          <a:xfrm>
            <a:off x="353160" y="664560"/>
            <a:ext cx="338400" cy="293040"/>
          </a:xfrm>
          <a:custGeom>
            <a:avLst/>
            <a:gdLst>
              <a:gd name="textAreaLeft" fmla="*/ 0 w 338400"/>
              <a:gd name="textAreaRight" fmla="*/ 338760 w 33840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13544" h="11743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Google Shape;1256;p29"/>
          <p:cNvSpPr/>
          <p:nvPr/>
        </p:nvSpPr>
        <p:spPr>
          <a:xfrm>
            <a:off x="8579160" y="156060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Google Shape;1257;p29"/>
          <p:cNvSpPr/>
          <p:nvPr/>
        </p:nvSpPr>
        <p:spPr>
          <a:xfrm>
            <a:off x="6395040" y="4452480"/>
            <a:ext cx="321480" cy="310680"/>
          </a:xfrm>
          <a:custGeom>
            <a:avLst/>
            <a:gdLst>
              <a:gd name="textAreaLeft" fmla="*/ 0 w 321480"/>
              <a:gd name="textAreaRight" fmla="*/ 321840 w 321480"/>
              <a:gd name="textAreaTop" fmla="*/ 0 h 310680"/>
              <a:gd name="textAreaBottom" fmla="*/ 311040 h 310680"/>
            </a:gdLst>
            <a:ahLst/>
            <a:cxnLst/>
            <a:rect l="textAreaLeft" t="textAreaTop" r="textAreaRight" b="textAreaBottom"/>
            <a:pathLst>
              <a:path w="12877" h="12436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7" name="Google Shape;1258;p29"/>
          <p:cNvGrpSpPr/>
          <p:nvPr/>
        </p:nvGrpSpPr>
        <p:grpSpPr>
          <a:xfrm>
            <a:off x="5220360" y="1443600"/>
            <a:ext cx="311400" cy="314280"/>
            <a:chOff x="5220360" y="1443600"/>
            <a:chExt cx="311400" cy="314280"/>
          </a:xfrm>
        </p:grpSpPr>
        <p:sp>
          <p:nvSpPr>
            <p:cNvPr id="128" name="Google Shape;1259;p29"/>
            <p:cNvSpPr/>
            <p:nvPr/>
          </p:nvSpPr>
          <p:spPr>
            <a:xfrm>
              <a:off x="5220360" y="1443600"/>
              <a:ext cx="311400" cy="31428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12476" h="12588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260;p29"/>
            <p:cNvSpPr/>
            <p:nvPr/>
          </p:nvSpPr>
          <p:spPr>
            <a:xfrm>
              <a:off x="5311800" y="1548360"/>
              <a:ext cx="28080" cy="421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135" h="1699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261;p29"/>
            <p:cNvSpPr/>
            <p:nvPr/>
          </p:nvSpPr>
          <p:spPr>
            <a:xfrm>
              <a:off x="5387760" y="1553040"/>
              <a:ext cx="30600" cy="442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36" h="1782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262;p29"/>
            <p:cNvSpPr/>
            <p:nvPr/>
          </p:nvSpPr>
          <p:spPr>
            <a:xfrm>
              <a:off x="5285520" y="1614960"/>
              <a:ext cx="150480" cy="62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033" h="2521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2" name="Google Shape;1263;p29"/>
          <p:cNvGrpSpPr/>
          <p:nvPr/>
        </p:nvGrpSpPr>
        <p:grpSpPr>
          <a:xfrm>
            <a:off x="836280" y="4365360"/>
            <a:ext cx="311400" cy="314280"/>
            <a:chOff x="836280" y="4365360"/>
            <a:chExt cx="311400" cy="314280"/>
          </a:xfrm>
        </p:grpSpPr>
        <p:sp>
          <p:nvSpPr>
            <p:cNvPr id="133" name="Google Shape;1264;p29"/>
            <p:cNvSpPr/>
            <p:nvPr/>
          </p:nvSpPr>
          <p:spPr>
            <a:xfrm>
              <a:off x="836280" y="4365360"/>
              <a:ext cx="311400" cy="31428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12476" h="12588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1265;p29"/>
            <p:cNvSpPr/>
            <p:nvPr/>
          </p:nvSpPr>
          <p:spPr>
            <a:xfrm>
              <a:off x="927720" y="4470480"/>
              <a:ext cx="28080" cy="421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135" h="1699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1266;p29"/>
            <p:cNvSpPr/>
            <p:nvPr/>
          </p:nvSpPr>
          <p:spPr>
            <a:xfrm>
              <a:off x="1003680" y="4475160"/>
              <a:ext cx="30600" cy="442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36" h="1782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267;p29"/>
            <p:cNvSpPr/>
            <p:nvPr/>
          </p:nvSpPr>
          <p:spPr>
            <a:xfrm>
              <a:off x="901440" y="4537080"/>
              <a:ext cx="150480" cy="62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033" h="2521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7" name="Google Shape;1268;p29"/>
          <p:cNvGrpSpPr/>
          <p:nvPr/>
        </p:nvGrpSpPr>
        <p:grpSpPr>
          <a:xfrm>
            <a:off x="2030040" y="535680"/>
            <a:ext cx="730440" cy="238320"/>
            <a:chOff x="2030040" y="535680"/>
            <a:chExt cx="730440" cy="238320"/>
          </a:xfrm>
        </p:grpSpPr>
        <p:sp>
          <p:nvSpPr>
            <p:cNvPr id="138" name="Google Shape;1269;p29"/>
            <p:cNvSpPr/>
            <p:nvPr/>
          </p:nvSpPr>
          <p:spPr>
            <a:xfrm>
              <a:off x="2030040" y="535680"/>
              <a:ext cx="722160" cy="238320"/>
            </a:xfrm>
            <a:custGeom>
              <a:avLst/>
              <a:gdLst>
                <a:gd name="textAreaLeft" fmla="*/ 0 w 722160"/>
                <a:gd name="textAreaRight" fmla="*/ 722520 w 72216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28905" h="9541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270;p29"/>
            <p:cNvSpPr/>
            <p:nvPr/>
          </p:nvSpPr>
          <p:spPr>
            <a:xfrm>
              <a:off x="2650320" y="622440"/>
              <a:ext cx="110160" cy="12024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423" h="4821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0" name="Google Shape;1271;p29"/>
          <p:cNvGrpSpPr/>
          <p:nvPr/>
        </p:nvGrpSpPr>
        <p:grpSpPr>
          <a:xfrm>
            <a:off x="8049240" y="4100760"/>
            <a:ext cx="529200" cy="149040"/>
            <a:chOff x="8049240" y="4100760"/>
            <a:chExt cx="529200" cy="149040"/>
          </a:xfrm>
        </p:grpSpPr>
        <p:sp>
          <p:nvSpPr>
            <p:cNvPr id="141" name="Google Shape;1272;p29"/>
            <p:cNvSpPr/>
            <p:nvPr/>
          </p:nvSpPr>
          <p:spPr>
            <a:xfrm>
              <a:off x="8067240" y="4143240"/>
              <a:ext cx="511200" cy="651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0469" h="2617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273;p29"/>
            <p:cNvSpPr/>
            <p:nvPr/>
          </p:nvSpPr>
          <p:spPr>
            <a:xfrm>
              <a:off x="8049240" y="4100760"/>
              <a:ext cx="115920" cy="149040"/>
            </a:xfrm>
            <a:custGeom>
              <a:avLst/>
              <a:gdLst>
                <a:gd name="textAreaLeft" fmla="*/ 0 w 115920"/>
                <a:gd name="textAreaRight" fmla="*/ 116280 w 115920"/>
                <a:gd name="textAreaTop" fmla="*/ 0 h 149040"/>
                <a:gd name="textAreaBottom" fmla="*/ 149400 h 149040"/>
              </a:gdLst>
              <a:ahLst/>
              <a:cxnLst/>
              <a:rect l="textAreaLeft" t="textAreaTop" r="textAreaRight" b="textAreaBottom"/>
              <a:pathLst>
                <a:path w="4656" h="5974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520" bIns="74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body"/>
          </p:nvPr>
        </p:nvSpPr>
        <p:spPr>
          <a:xfrm>
            <a:off x="891360" y="1225800"/>
            <a:ext cx="7360920" cy="334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5" name="PlaceHolder 2"/>
          <p:cNvSpPr>
            <a:spLocks noGrp="1"/>
          </p:cNvSpPr>
          <p:nvPr>
            <p:ph type="title"/>
          </p:nvPr>
        </p:nvSpPr>
        <p:spPr>
          <a:xfrm>
            <a:off x="713160" y="538920"/>
            <a:ext cx="7717320" cy="44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6" name="Google Shape;101;p4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sp>
          <p:nvSpPr>
            <p:cNvPr id="147" name="Google Shape;102;p4"/>
            <p:cNvSpPr/>
            <p:nvPr/>
          </p:nvSpPr>
          <p:spPr>
            <a:xfrm>
              <a:off x="0" y="48456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03;p4"/>
            <p:cNvSpPr/>
            <p:nvPr/>
          </p:nvSpPr>
          <p:spPr>
            <a:xfrm>
              <a:off x="0" y="6771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04;p4"/>
            <p:cNvSpPr/>
            <p:nvPr/>
          </p:nvSpPr>
          <p:spPr>
            <a:xfrm>
              <a:off x="0" y="8697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05;p4"/>
            <p:cNvSpPr/>
            <p:nvPr/>
          </p:nvSpPr>
          <p:spPr>
            <a:xfrm>
              <a:off x="0" y="10645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06;p4"/>
            <p:cNvSpPr/>
            <p:nvPr/>
          </p:nvSpPr>
          <p:spPr>
            <a:xfrm>
              <a:off x="0" y="12571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07;p4"/>
            <p:cNvSpPr/>
            <p:nvPr/>
          </p:nvSpPr>
          <p:spPr>
            <a:xfrm>
              <a:off x="0" y="14497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08;p4"/>
            <p:cNvSpPr/>
            <p:nvPr/>
          </p:nvSpPr>
          <p:spPr>
            <a:xfrm>
              <a:off x="0" y="16423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09;p4"/>
            <p:cNvSpPr/>
            <p:nvPr/>
          </p:nvSpPr>
          <p:spPr>
            <a:xfrm>
              <a:off x="0" y="1834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10;p4"/>
            <p:cNvSpPr/>
            <p:nvPr/>
          </p:nvSpPr>
          <p:spPr>
            <a:xfrm>
              <a:off x="0" y="20293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11;p4"/>
            <p:cNvSpPr/>
            <p:nvPr/>
          </p:nvSpPr>
          <p:spPr>
            <a:xfrm>
              <a:off x="0" y="22219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12;p4"/>
            <p:cNvSpPr/>
            <p:nvPr/>
          </p:nvSpPr>
          <p:spPr>
            <a:xfrm>
              <a:off x="0" y="241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13;p4"/>
            <p:cNvSpPr/>
            <p:nvPr/>
          </p:nvSpPr>
          <p:spPr>
            <a:xfrm>
              <a:off x="0" y="26071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14;p4"/>
            <p:cNvSpPr/>
            <p:nvPr/>
          </p:nvSpPr>
          <p:spPr>
            <a:xfrm>
              <a:off x="0" y="280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15;p4"/>
            <p:cNvSpPr/>
            <p:nvPr/>
          </p:nvSpPr>
          <p:spPr>
            <a:xfrm>
              <a:off x="0" y="29944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16;p4"/>
            <p:cNvSpPr/>
            <p:nvPr/>
          </p:nvSpPr>
          <p:spPr>
            <a:xfrm>
              <a:off x="0" y="31870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17;p4"/>
            <p:cNvSpPr/>
            <p:nvPr/>
          </p:nvSpPr>
          <p:spPr>
            <a:xfrm>
              <a:off x="0" y="33796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18;p4"/>
            <p:cNvSpPr/>
            <p:nvPr/>
          </p:nvSpPr>
          <p:spPr>
            <a:xfrm>
              <a:off x="0" y="3571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119;p4"/>
            <p:cNvSpPr/>
            <p:nvPr/>
          </p:nvSpPr>
          <p:spPr>
            <a:xfrm>
              <a:off x="0" y="376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120;p4"/>
            <p:cNvSpPr/>
            <p:nvPr/>
          </p:nvSpPr>
          <p:spPr>
            <a:xfrm>
              <a:off x="0" y="39592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121;p4"/>
            <p:cNvSpPr/>
            <p:nvPr/>
          </p:nvSpPr>
          <p:spPr>
            <a:xfrm>
              <a:off x="0" y="415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122;p4"/>
            <p:cNvSpPr/>
            <p:nvPr/>
          </p:nvSpPr>
          <p:spPr>
            <a:xfrm>
              <a:off x="0" y="43444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123;p4"/>
            <p:cNvSpPr/>
            <p:nvPr/>
          </p:nvSpPr>
          <p:spPr>
            <a:xfrm>
              <a:off x="0" y="45370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124;p4"/>
            <p:cNvSpPr/>
            <p:nvPr/>
          </p:nvSpPr>
          <p:spPr>
            <a:xfrm>
              <a:off x="0" y="47318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25;p4"/>
            <p:cNvSpPr/>
            <p:nvPr/>
          </p:nvSpPr>
          <p:spPr>
            <a:xfrm>
              <a:off x="0" y="49244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26;p4"/>
            <p:cNvSpPr/>
            <p:nvPr/>
          </p:nvSpPr>
          <p:spPr>
            <a:xfrm>
              <a:off x="704160" y="0"/>
              <a:ext cx="17280" cy="5142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297" h="85921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2" name="Google Shape;127;p4"/>
          <p:cNvSpPr/>
          <p:nvPr/>
        </p:nvSpPr>
        <p:spPr>
          <a:xfrm>
            <a:off x="8718120" y="3779640"/>
            <a:ext cx="109080" cy="114120"/>
          </a:xfrm>
          <a:custGeom>
            <a:avLst/>
            <a:gdLst>
              <a:gd name="textAreaLeft" fmla="*/ 0 w 109080"/>
              <a:gd name="textAreaRight" fmla="*/ 109440 w 10908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4371" h="4581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240" bIns="57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128;p4"/>
          <p:cNvSpPr/>
          <p:nvPr/>
        </p:nvSpPr>
        <p:spPr>
          <a:xfrm>
            <a:off x="5349240" y="490140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129;p4"/>
          <p:cNvSpPr/>
          <p:nvPr/>
        </p:nvSpPr>
        <p:spPr>
          <a:xfrm>
            <a:off x="350280" y="4565160"/>
            <a:ext cx="87120" cy="85320"/>
          </a:xfrm>
          <a:custGeom>
            <a:avLst/>
            <a:gdLst>
              <a:gd name="textAreaLeft" fmla="*/ 0 w 87120"/>
              <a:gd name="textAreaRight" fmla="*/ 87480 w 871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3504" h="3429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130;p4"/>
          <p:cNvSpPr/>
          <p:nvPr/>
        </p:nvSpPr>
        <p:spPr>
          <a:xfrm>
            <a:off x="7166160" y="4815000"/>
            <a:ext cx="70560" cy="70560"/>
          </a:xfrm>
          <a:custGeom>
            <a:avLst/>
            <a:gdLst>
              <a:gd name="textAreaLeft" fmla="*/ 0 w 70560"/>
              <a:gd name="textAreaRight" fmla="*/ 70920 w 7056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2836" h="2833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131;p4"/>
          <p:cNvSpPr/>
          <p:nvPr/>
        </p:nvSpPr>
        <p:spPr>
          <a:xfrm>
            <a:off x="891360" y="59184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7" name="Google Shape;132;p4"/>
          <p:cNvSpPr/>
          <p:nvPr/>
        </p:nvSpPr>
        <p:spPr>
          <a:xfrm>
            <a:off x="232920" y="2263680"/>
            <a:ext cx="321480" cy="310680"/>
          </a:xfrm>
          <a:custGeom>
            <a:avLst/>
            <a:gdLst>
              <a:gd name="textAreaLeft" fmla="*/ 0 w 321480"/>
              <a:gd name="textAreaRight" fmla="*/ 321840 w 321480"/>
              <a:gd name="textAreaTop" fmla="*/ 0 h 310680"/>
              <a:gd name="textAreaBottom" fmla="*/ 311040 h 310680"/>
            </a:gdLst>
            <a:ahLst/>
            <a:cxnLst/>
            <a:rect l="textAreaLeft" t="textAreaTop" r="textAreaRight" b="textAreaBottom"/>
            <a:pathLst>
              <a:path w="12877" h="12436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78" name="Google Shape;133;p4"/>
          <p:cNvGrpSpPr/>
          <p:nvPr/>
        </p:nvGrpSpPr>
        <p:grpSpPr>
          <a:xfrm>
            <a:off x="8118720" y="911160"/>
            <a:ext cx="311400" cy="314280"/>
            <a:chOff x="8118720" y="911160"/>
            <a:chExt cx="311400" cy="314280"/>
          </a:xfrm>
        </p:grpSpPr>
        <p:sp>
          <p:nvSpPr>
            <p:cNvPr id="179" name="Google Shape;134;p4"/>
            <p:cNvSpPr/>
            <p:nvPr/>
          </p:nvSpPr>
          <p:spPr>
            <a:xfrm>
              <a:off x="8118720" y="911160"/>
              <a:ext cx="311400" cy="31428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12476" h="12588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35;p4"/>
            <p:cNvSpPr/>
            <p:nvPr/>
          </p:nvSpPr>
          <p:spPr>
            <a:xfrm>
              <a:off x="8210520" y="1015920"/>
              <a:ext cx="28080" cy="421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135" h="1699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36;p4"/>
            <p:cNvSpPr/>
            <p:nvPr/>
          </p:nvSpPr>
          <p:spPr>
            <a:xfrm>
              <a:off x="8286480" y="1020960"/>
              <a:ext cx="30600" cy="442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36" h="1782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37;p4"/>
            <p:cNvSpPr/>
            <p:nvPr/>
          </p:nvSpPr>
          <p:spPr>
            <a:xfrm>
              <a:off x="8183880" y="1082520"/>
              <a:ext cx="150480" cy="62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033" h="2521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3" name="Google Shape;138;p4"/>
          <p:cNvGrpSpPr/>
          <p:nvPr/>
        </p:nvGrpSpPr>
        <p:grpSpPr>
          <a:xfrm>
            <a:off x="8165880" y="4533480"/>
            <a:ext cx="529200" cy="149040"/>
            <a:chOff x="8165880" y="4533480"/>
            <a:chExt cx="529200" cy="149040"/>
          </a:xfrm>
        </p:grpSpPr>
        <p:sp>
          <p:nvSpPr>
            <p:cNvPr id="184" name="Google Shape;139;p4"/>
            <p:cNvSpPr/>
            <p:nvPr/>
          </p:nvSpPr>
          <p:spPr>
            <a:xfrm>
              <a:off x="8183880" y="4575600"/>
              <a:ext cx="511200" cy="651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0469" h="2617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40;p4"/>
            <p:cNvSpPr/>
            <p:nvPr/>
          </p:nvSpPr>
          <p:spPr>
            <a:xfrm>
              <a:off x="8165880" y="4533480"/>
              <a:ext cx="115920" cy="149040"/>
            </a:xfrm>
            <a:custGeom>
              <a:avLst/>
              <a:gdLst>
                <a:gd name="textAreaLeft" fmla="*/ 0 w 115920"/>
                <a:gd name="textAreaRight" fmla="*/ 116280 w 115920"/>
                <a:gd name="textAreaTop" fmla="*/ 0 h 149040"/>
                <a:gd name="textAreaBottom" fmla="*/ 149400 h 149040"/>
              </a:gdLst>
              <a:ahLst/>
              <a:cxnLst/>
              <a:rect l="textAreaLeft" t="textAreaTop" r="textAreaRight" b="textAreaBottom"/>
              <a:pathLst>
                <a:path w="4656" h="5974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520" bIns="74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6" name="Google Shape;141;p4"/>
          <p:cNvGrpSpPr/>
          <p:nvPr/>
        </p:nvGrpSpPr>
        <p:grpSpPr>
          <a:xfrm>
            <a:off x="175320" y="1095480"/>
            <a:ext cx="303120" cy="395280"/>
            <a:chOff x="175320" y="1095480"/>
            <a:chExt cx="303120" cy="395280"/>
          </a:xfrm>
        </p:grpSpPr>
        <p:sp>
          <p:nvSpPr>
            <p:cNvPr id="187" name="Google Shape;142;p4"/>
            <p:cNvSpPr/>
            <p:nvPr/>
          </p:nvSpPr>
          <p:spPr>
            <a:xfrm rot="3651600">
              <a:off x="179640" y="1225800"/>
              <a:ext cx="293760" cy="183600"/>
            </a:xfrm>
            <a:custGeom>
              <a:avLst/>
              <a:gdLst>
                <a:gd name="textAreaLeft" fmla="*/ 0 w 293760"/>
                <a:gd name="textAreaRight" fmla="*/ 294120 w 293760"/>
                <a:gd name="textAreaTop" fmla="*/ 0 h 183600"/>
                <a:gd name="textAreaBottom" fmla="*/ 183960 h 183600"/>
              </a:gdLst>
              <a:ahLst/>
              <a:cxnLst/>
              <a:rect l="textAreaLeft" t="textAreaTop" r="textAreaRight" b="textAreaBottom"/>
              <a:pathLst>
                <a:path w="11771" h="7360">
                  <a:moveTo>
                    <a:pt x="551" y="1"/>
                  </a:moveTo>
                  <a:cubicBezTo>
                    <a:pt x="326" y="1"/>
                    <a:pt x="101" y="143"/>
                    <a:pt x="68" y="426"/>
                  </a:cubicBezTo>
                  <a:cubicBezTo>
                    <a:pt x="1" y="2194"/>
                    <a:pt x="435" y="3962"/>
                    <a:pt x="1302" y="5530"/>
                  </a:cubicBezTo>
                  <a:cubicBezTo>
                    <a:pt x="2059" y="6773"/>
                    <a:pt x="3188" y="7360"/>
                    <a:pt x="4513" y="7360"/>
                  </a:cubicBezTo>
                  <a:cubicBezTo>
                    <a:pt x="4822" y="7360"/>
                    <a:pt x="5143" y="7328"/>
                    <a:pt x="5472" y="7264"/>
                  </a:cubicBezTo>
                  <a:cubicBezTo>
                    <a:pt x="8474" y="6631"/>
                    <a:pt x="10875" y="4362"/>
                    <a:pt x="11709" y="1393"/>
                  </a:cubicBezTo>
                  <a:cubicBezTo>
                    <a:pt x="11770" y="1048"/>
                    <a:pt x="11497" y="826"/>
                    <a:pt x="11229" y="826"/>
                  </a:cubicBezTo>
                  <a:cubicBezTo>
                    <a:pt x="11057" y="826"/>
                    <a:pt x="10887" y="918"/>
                    <a:pt x="10809" y="1127"/>
                  </a:cubicBezTo>
                  <a:cubicBezTo>
                    <a:pt x="10108" y="3595"/>
                    <a:pt x="8173" y="5563"/>
                    <a:pt x="5705" y="6264"/>
                  </a:cubicBezTo>
                  <a:cubicBezTo>
                    <a:pt x="5338" y="6380"/>
                    <a:pt x="4963" y="6439"/>
                    <a:pt x="4588" y="6439"/>
                  </a:cubicBezTo>
                  <a:cubicBezTo>
                    <a:pt x="4212" y="6439"/>
                    <a:pt x="3837" y="6380"/>
                    <a:pt x="3470" y="6264"/>
                  </a:cubicBezTo>
                  <a:cubicBezTo>
                    <a:pt x="2836" y="5997"/>
                    <a:pt x="2336" y="5530"/>
                    <a:pt x="2036" y="4929"/>
                  </a:cubicBezTo>
                  <a:cubicBezTo>
                    <a:pt x="1302" y="3528"/>
                    <a:pt x="968" y="1994"/>
                    <a:pt x="1035" y="426"/>
                  </a:cubicBezTo>
                  <a:cubicBezTo>
                    <a:pt x="1002" y="143"/>
                    <a:pt x="777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43;p4"/>
            <p:cNvSpPr/>
            <p:nvPr/>
          </p:nvSpPr>
          <p:spPr>
            <a:xfrm rot="3651600">
              <a:off x="261720" y="1133280"/>
              <a:ext cx="131760" cy="7668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5283" h="3079">
                  <a:moveTo>
                    <a:pt x="2227" y="0"/>
                  </a:moveTo>
                  <a:cubicBezTo>
                    <a:pt x="1662" y="0"/>
                    <a:pt x="1372" y="515"/>
                    <a:pt x="1113" y="936"/>
                  </a:cubicBezTo>
                  <a:cubicBezTo>
                    <a:pt x="846" y="1369"/>
                    <a:pt x="513" y="1903"/>
                    <a:pt x="212" y="2403"/>
                  </a:cubicBezTo>
                  <a:cubicBezTo>
                    <a:pt x="1" y="2733"/>
                    <a:pt x="320" y="3078"/>
                    <a:pt x="643" y="3078"/>
                  </a:cubicBezTo>
                  <a:cubicBezTo>
                    <a:pt x="779" y="3078"/>
                    <a:pt x="915" y="3018"/>
                    <a:pt x="1013" y="2870"/>
                  </a:cubicBezTo>
                  <a:cubicBezTo>
                    <a:pt x="1280" y="2470"/>
                    <a:pt x="1513" y="2070"/>
                    <a:pt x="1747" y="1669"/>
                  </a:cubicBezTo>
                  <a:cubicBezTo>
                    <a:pt x="1880" y="1503"/>
                    <a:pt x="1980" y="1303"/>
                    <a:pt x="2114" y="1102"/>
                  </a:cubicBezTo>
                  <a:cubicBezTo>
                    <a:pt x="2147" y="1069"/>
                    <a:pt x="2214" y="936"/>
                    <a:pt x="2281" y="936"/>
                  </a:cubicBezTo>
                  <a:cubicBezTo>
                    <a:pt x="2414" y="936"/>
                    <a:pt x="2614" y="1136"/>
                    <a:pt x="2714" y="1236"/>
                  </a:cubicBezTo>
                  <a:lnTo>
                    <a:pt x="3281" y="1669"/>
                  </a:lnTo>
                  <a:lnTo>
                    <a:pt x="4449" y="2603"/>
                  </a:lnTo>
                  <a:cubicBezTo>
                    <a:pt x="4549" y="2687"/>
                    <a:pt x="4666" y="2729"/>
                    <a:pt x="4782" y="2729"/>
                  </a:cubicBezTo>
                  <a:cubicBezTo>
                    <a:pt x="4899" y="2729"/>
                    <a:pt x="5016" y="2687"/>
                    <a:pt x="5116" y="2603"/>
                  </a:cubicBezTo>
                  <a:cubicBezTo>
                    <a:pt x="5283" y="2403"/>
                    <a:pt x="5283" y="2103"/>
                    <a:pt x="5116" y="1936"/>
                  </a:cubicBezTo>
                  <a:lnTo>
                    <a:pt x="3748" y="836"/>
                  </a:lnTo>
                  <a:cubicBezTo>
                    <a:pt x="3348" y="502"/>
                    <a:pt x="2848" y="2"/>
                    <a:pt x="2281" y="2"/>
                  </a:cubicBezTo>
                  <a:cubicBezTo>
                    <a:pt x="2263" y="1"/>
                    <a:pt x="2245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_2_2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681;p39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sp>
          <p:nvSpPr>
            <p:cNvPr id="190" name="Google Shape;1682;p39"/>
            <p:cNvSpPr/>
            <p:nvPr/>
          </p:nvSpPr>
          <p:spPr>
            <a:xfrm>
              <a:off x="0" y="48456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683;p39"/>
            <p:cNvSpPr/>
            <p:nvPr/>
          </p:nvSpPr>
          <p:spPr>
            <a:xfrm>
              <a:off x="0" y="6771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684;p39"/>
            <p:cNvSpPr/>
            <p:nvPr/>
          </p:nvSpPr>
          <p:spPr>
            <a:xfrm>
              <a:off x="0" y="8697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685;p39"/>
            <p:cNvSpPr/>
            <p:nvPr/>
          </p:nvSpPr>
          <p:spPr>
            <a:xfrm>
              <a:off x="0" y="10645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686;p39"/>
            <p:cNvSpPr/>
            <p:nvPr/>
          </p:nvSpPr>
          <p:spPr>
            <a:xfrm>
              <a:off x="0" y="12571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1687;p39"/>
            <p:cNvSpPr/>
            <p:nvPr/>
          </p:nvSpPr>
          <p:spPr>
            <a:xfrm>
              <a:off x="0" y="14497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1688;p39"/>
            <p:cNvSpPr/>
            <p:nvPr/>
          </p:nvSpPr>
          <p:spPr>
            <a:xfrm>
              <a:off x="0" y="16423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689;p39"/>
            <p:cNvSpPr/>
            <p:nvPr/>
          </p:nvSpPr>
          <p:spPr>
            <a:xfrm>
              <a:off x="0" y="1834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690;p39"/>
            <p:cNvSpPr/>
            <p:nvPr/>
          </p:nvSpPr>
          <p:spPr>
            <a:xfrm>
              <a:off x="0" y="20293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691;p39"/>
            <p:cNvSpPr/>
            <p:nvPr/>
          </p:nvSpPr>
          <p:spPr>
            <a:xfrm>
              <a:off x="0" y="22219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692;p39"/>
            <p:cNvSpPr/>
            <p:nvPr/>
          </p:nvSpPr>
          <p:spPr>
            <a:xfrm>
              <a:off x="0" y="241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1693;p39"/>
            <p:cNvSpPr/>
            <p:nvPr/>
          </p:nvSpPr>
          <p:spPr>
            <a:xfrm>
              <a:off x="0" y="26071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1694;p39"/>
            <p:cNvSpPr/>
            <p:nvPr/>
          </p:nvSpPr>
          <p:spPr>
            <a:xfrm>
              <a:off x="0" y="280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695;p39"/>
            <p:cNvSpPr/>
            <p:nvPr/>
          </p:nvSpPr>
          <p:spPr>
            <a:xfrm>
              <a:off x="0" y="29944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696;p39"/>
            <p:cNvSpPr/>
            <p:nvPr/>
          </p:nvSpPr>
          <p:spPr>
            <a:xfrm>
              <a:off x="0" y="31870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697;p39"/>
            <p:cNvSpPr/>
            <p:nvPr/>
          </p:nvSpPr>
          <p:spPr>
            <a:xfrm>
              <a:off x="0" y="33796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698;p39"/>
            <p:cNvSpPr/>
            <p:nvPr/>
          </p:nvSpPr>
          <p:spPr>
            <a:xfrm>
              <a:off x="0" y="3571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699;p39"/>
            <p:cNvSpPr/>
            <p:nvPr/>
          </p:nvSpPr>
          <p:spPr>
            <a:xfrm>
              <a:off x="0" y="376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1700;p39"/>
            <p:cNvSpPr/>
            <p:nvPr/>
          </p:nvSpPr>
          <p:spPr>
            <a:xfrm>
              <a:off x="0" y="39592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1701;p39"/>
            <p:cNvSpPr/>
            <p:nvPr/>
          </p:nvSpPr>
          <p:spPr>
            <a:xfrm>
              <a:off x="0" y="415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1702;p39"/>
            <p:cNvSpPr/>
            <p:nvPr/>
          </p:nvSpPr>
          <p:spPr>
            <a:xfrm>
              <a:off x="0" y="43444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703;p39"/>
            <p:cNvSpPr/>
            <p:nvPr/>
          </p:nvSpPr>
          <p:spPr>
            <a:xfrm>
              <a:off x="0" y="45370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704;p39"/>
            <p:cNvSpPr/>
            <p:nvPr/>
          </p:nvSpPr>
          <p:spPr>
            <a:xfrm>
              <a:off x="0" y="47318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705;p39"/>
            <p:cNvSpPr/>
            <p:nvPr/>
          </p:nvSpPr>
          <p:spPr>
            <a:xfrm>
              <a:off x="0" y="49244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706;p39"/>
            <p:cNvSpPr/>
            <p:nvPr/>
          </p:nvSpPr>
          <p:spPr>
            <a:xfrm>
              <a:off x="704160" y="0"/>
              <a:ext cx="17280" cy="5142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297" h="85921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323000" y="558000"/>
            <a:ext cx="3157920" cy="79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6" name="Google Shape;1709;p39"/>
          <p:cNvSpPr/>
          <p:nvPr/>
        </p:nvSpPr>
        <p:spPr>
          <a:xfrm>
            <a:off x="6481080" y="335520"/>
            <a:ext cx="109080" cy="114120"/>
          </a:xfrm>
          <a:custGeom>
            <a:avLst/>
            <a:gdLst>
              <a:gd name="textAreaLeft" fmla="*/ 0 w 109080"/>
              <a:gd name="textAreaRight" fmla="*/ 109440 w 10908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4371" h="4581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240" bIns="57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7" name="Google Shape;1710;p39"/>
          <p:cNvSpPr/>
          <p:nvPr/>
        </p:nvSpPr>
        <p:spPr>
          <a:xfrm>
            <a:off x="4244400" y="247608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8" name="Google Shape;1711;p39"/>
          <p:cNvSpPr/>
          <p:nvPr/>
        </p:nvSpPr>
        <p:spPr>
          <a:xfrm>
            <a:off x="407880" y="3098520"/>
            <a:ext cx="87120" cy="85320"/>
          </a:xfrm>
          <a:custGeom>
            <a:avLst/>
            <a:gdLst>
              <a:gd name="textAreaLeft" fmla="*/ 0 w 87120"/>
              <a:gd name="textAreaRight" fmla="*/ 87480 w 871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3504" h="3429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9" name="Google Shape;1712;p39"/>
          <p:cNvSpPr/>
          <p:nvPr/>
        </p:nvSpPr>
        <p:spPr>
          <a:xfrm>
            <a:off x="7192800" y="1452240"/>
            <a:ext cx="70560" cy="70560"/>
          </a:xfrm>
          <a:custGeom>
            <a:avLst/>
            <a:gdLst>
              <a:gd name="textAreaLeft" fmla="*/ 0 w 70560"/>
              <a:gd name="textAreaRight" fmla="*/ 70920 w 7056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2836" h="2833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" name="Google Shape;1713;p39"/>
          <p:cNvSpPr/>
          <p:nvPr/>
        </p:nvSpPr>
        <p:spPr>
          <a:xfrm>
            <a:off x="506160" y="930600"/>
            <a:ext cx="338400" cy="293040"/>
          </a:xfrm>
          <a:custGeom>
            <a:avLst/>
            <a:gdLst>
              <a:gd name="textAreaLeft" fmla="*/ 0 w 338400"/>
              <a:gd name="textAreaRight" fmla="*/ 338760 w 33840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13544" h="11743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" name="Google Shape;1714;p39"/>
          <p:cNvSpPr/>
          <p:nvPr/>
        </p:nvSpPr>
        <p:spPr>
          <a:xfrm>
            <a:off x="8430840" y="472032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" name="Google Shape;1715;p39"/>
          <p:cNvSpPr/>
          <p:nvPr/>
        </p:nvSpPr>
        <p:spPr>
          <a:xfrm>
            <a:off x="4512240" y="4452480"/>
            <a:ext cx="321480" cy="310680"/>
          </a:xfrm>
          <a:custGeom>
            <a:avLst/>
            <a:gdLst>
              <a:gd name="textAreaLeft" fmla="*/ 0 w 321480"/>
              <a:gd name="textAreaRight" fmla="*/ 321840 w 321480"/>
              <a:gd name="textAreaTop" fmla="*/ 0 h 310680"/>
              <a:gd name="textAreaBottom" fmla="*/ 311040 h 310680"/>
            </a:gdLst>
            <a:ahLst/>
            <a:cxnLst/>
            <a:rect l="textAreaLeft" t="textAreaTop" r="textAreaRight" b="textAreaBottom"/>
            <a:pathLst>
              <a:path w="12877" h="12436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3" name="Google Shape;1716;p39"/>
          <p:cNvGrpSpPr/>
          <p:nvPr/>
        </p:nvGrpSpPr>
        <p:grpSpPr>
          <a:xfrm>
            <a:off x="8374320" y="2556720"/>
            <a:ext cx="311400" cy="314280"/>
            <a:chOff x="8374320" y="2556720"/>
            <a:chExt cx="311400" cy="314280"/>
          </a:xfrm>
        </p:grpSpPr>
        <p:sp>
          <p:nvSpPr>
            <p:cNvPr id="224" name="Google Shape;1717;p39"/>
            <p:cNvSpPr/>
            <p:nvPr/>
          </p:nvSpPr>
          <p:spPr>
            <a:xfrm>
              <a:off x="8374320" y="2556720"/>
              <a:ext cx="311400" cy="31428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12476" h="12588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718;p39"/>
            <p:cNvSpPr/>
            <p:nvPr/>
          </p:nvSpPr>
          <p:spPr>
            <a:xfrm>
              <a:off x="8466120" y="2661480"/>
              <a:ext cx="28080" cy="421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135" h="1699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719;p39"/>
            <p:cNvSpPr/>
            <p:nvPr/>
          </p:nvSpPr>
          <p:spPr>
            <a:xfrm>
              <a:off x="8542080" y="2666160"/>
              <a:ext cx="30600" cy="442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36" h="1782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720;p39"/>
            <p:cNvSpPr/>
            <p:nvPr/>
          </p:nvSpPr>
          <p:spPr>
            <a:xfrm>
              <a:off x="8439480" y="2728080"/>
              <a:ext cx="150480" cy="62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033" h="2521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8" name="Google Shape;1721;p39"/>
          <p:cNvGrpSpPr/>
          <p:nvPr/>
        </p:nvGrpSpPr>
        <p:grpSpPr>
          <a:xfrm>
            <a:off x="4480920" y="691920"/>
            <a:ext cx="730440" cy="238320"/>
            <a:chOff x="4480920" y="691920"/>
            <a:chExt cx="730440" cy="238320"/>
          </a:xfrm>
        </p:grpSpPr>
        <p:sp>
          <p:nvSpPr>
            <p:cNvPr id="229" name="Google Shape;1722;p39"/>
            <p:cNvSpPr/>
            <p:nvPr/>
          </p:nvSpPr>
          <p:spPr>
            <a:xfrm>
              <a:off x="4480920" y="691920"/>
              <a:ext cx="722160" cy="238320"/>
            </a:xfrm>
            <a:custGeom>
              <a:avLst/>
              <a:gdLst>
                <a:gd name="textAreaLeft" fmla="*/ 0 w 722160"/>
                <a:gd name="textAreaRight" fmla="*/ 722520 w 72216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28905" h="9541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723;p39"/>
            <p:cNvSpPr/>
            <p:nvPr/>
          </p:nvSpPr>
          <p:spPr>
            <a:xfrm>
              <a:off x="5101200" y="779040"/>
              <a:ext cx="110160" cy="12024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423" h="4821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1" name="Google Shape;1724;p39"/>
          <p:cNvGrpSpPr/>
          <p:nvPr/>
        </p:nvGrpSpPr>
        <p:grpSpPr>
          <a:xfrm>
            <a:off x="6786000" y="4533120"/>
            <a:ext cx="529200" cy="149040"/>
            <a:chOff x="6786000" y="4533120"/>
            <a:chExt cx="529200" cy="149040"/>
          </a:xfrm>
        </p:grpSpPr>
        <p:sp>
          <p:nvSpPr>
            <p:cNvPr id="232" name="Google Shape;1725;p39"/>
            <p:cNvSpPr/>
            <p:nvPr/>
          </p:nvSpPr>
          <p:spPr>
            <a:xfrm>
              <a:off x="6804000" y="4575600"/>
              <a:ext cx="511200" cy="651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0469" h="2617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726;p39"/>
            <p:cNvSpPr/>
            <p:nvPr/>
          </p:nvSpPr>
          <p:spPr>
            <a:xfrm>
              <a:off x="6786000" y="4533120"/>
              <a:ext cx="115920" cy="149040"/>
            </a:xfrm>
            <a:custGeom>
              <a:avLst/>
              <a:gdLst>
                <a:gd name="textAreaLeft" fmla="*/ 0 w 115920"/>
                <a:gd name="textAreaRight" fmla="*/ 116280 w 115920"/>
                <a:gd name="textAreaTop" fmla="*/ 0 h 149040"/>
                <a:gd name="textAreaBottom" fmla="*/ 149400 h 149040"/>
              </a:gdLst>
              <a:ahLst/>
              <a:cxnLst/>
              <a:rect l="textAreaLeft" t="textAreaTop" r="textAreaRight" b="textAreaBottom"/>
              <a:pathLst>
                <a:path w="4656" h="5974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520" bIns="74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4" name="Google Shape;1727;p39"/>
          <p:cNvSpPr/>
          <p:nvPr/>
        </p:nvSpPr>
        <p:spPr>
          <a:xfrm>
            <a:off x="1329480" y="3602520"/>
            <a:ext cx="377244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</a:rPr>
              <a:t>CREDITS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</a:rPr>
              <a:t>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  <a:hlinkClick r:id="rId3"/>
              </a:rPr>
              <a:t>Flaticon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</a:rPr>
              <a:t> 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</a:rPr>
              <a:t>and infographics &amp; images by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</a:rPr>
              <a:t>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elius Swash Caps"/>
                <a:ea typeface="Delius Swash Caps"/>
                <a:hlinkClick r:id="rId4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325;p9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sp>
          <p:nvSpPr>
            <p:cNvPr id="236" name="Google Shape;326;p9"/>
            <p:cNvSpPr/>
            <p:nvPr/>
          </p:nvSpPr>
          <p:spPr>
            <a:xfrm>
              <a:off x="0" y="48456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327;p9"/>
            <p:cNvSpPr/>
            <p:nvPr/>
          </p:nvSpPr>
          <p:spPr>
            <a:xfrm>
              <a:off x="0" y="6771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328;p9"/>
            <p:cNvSpPr/>
            <p:nvPr/>
          </p:nvSpPr>
          <p:spPr>
            <a:xfrm>
              <a:off x="0" y="86976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329;p9"/>
            <p:cNvSpPr/>
            <p:nvPr/>
          </p:nvSpPr>
          <p:spPr>
            <a:xfrm>
              <a:off x="0" y="10645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330;p9"/>
            <p:cNvSpPr/>
            <p:nvPr/>
          </p:nvSpPr>
          <p:spPr>
            <a:xfrm>
              <a:off x="0" y="12571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331;p9"/>
            <p:cNvSpPr/>
            <p:nvPr/>
          </p:nvSpPr>
          <p:spPr>
            <a:xfrm>
              <a:off x="0" y="14497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332;p9"/>
            <p:cNvSpPr/>
            <p:nvPr/>
          </p:nvSpPr>
          <p:spPr>
            <a:xfrm>
              <a:off x="0" y="16423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333;p9"/>
            <p:cNvSpPr/>
            <p:nvPr/>
          </p:nvSpPr>
          <p:spPr>
            <a:xfrm>
              <a:off x="0" y="1834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334;p9"/>
            <p:cNvSpPr/>
            <p:nvPr/>
          </p:nvSpPr>
          <p:spPr>
            <a:xfrm>
              <a:off x="0" y="20293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335;p9"/>
            <p:cNvSpPr/>
            <p:nvPr/>
          </p:nvSpPr>
          <p:spPr>
            <a:xfrm>
              <a:off x="0" y="222192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336;p9"/>
            <p:cNvSpPr/>
            <p:nvPr/>
          </p:nvSpPr>
          <p:spPr>
            <a:xfrm>
              <a:off x="0" y="241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337;p9"/>
            <p:cNvSpPr/>
            <p:nvPr/>
          </p:nvSpPr>
          <p:spPr>
            <a:xfrm>
              <a:off x="0" y="26071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338;p9"/>
            <p:cNvSpPr/>
            <p:nvPr/>
          </p:nvSpPr>
          <p:spPr>
            <a:xfrm>
              <a:off x="0" y="280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339;p9"/>
            <p:cNvSpPr/>
            <p:nvPr/>
          </p:nvSpPr>
          <p:spPr>
            <a:xfrm>
              <a:off x="0" y="29944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340;p9"/>
            <p:cNvSpPr/>
            <p:nvPr/>
          </p:nvSpPr>
          <p:spPr>
            <a:xfrm>
              <a:off x="0" y="31870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341;p9"/>
            <p:cNvSpPr/>
            <p:nvPr/>
          </p:nvSpPr>
          <p:spPr>
            <a:xfrm>
              <a:off x="0" y="33796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342;p9"/>
            <p:cNvSpPr/>
            <p:nvPr/>
          </p:nvSpPr>
          <p:spPr>
            <a:xfrm>
              <a:off x="0" y="35719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59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343;p9"/>
            <p:cNvSpPr/>
            <p:nvPr/>
          </p:nvSpPr>
          <p:spPr>
            <a:xfrm>
              <a:off x="0" y="376452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344;p9"/>
            <p:cNvSpPr/>
            <p:nvPr/>
          </p:nvSpPr>
          <p:spPr>
            <a:xfrm>
              <a:off x="0" y="39592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2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345;p9"/>
            <p:cNvSpPr/>
            <p:nvPr/>
          </p:nvSpPr>
          <p:spPr>
            <a:xfrm>
              <a:off x="0" y="415188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346;p9"/>
            <p:cNvSpPr/>
            <p:nvPr/>
          </p:nvSpPr>
          <p:spPr>
            <a:xfrm>
              <a:off x="0" y="43444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347;p9"/>
            <p:cNvSpPr/>
            <p:nvPr/>
          </p:nvSpPr>
          <p:spPr>
            <a:xfrm>
              <a:off x="0" y="4537080"/>
              <a:ext cx="9143640" cy="15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63221" h="26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348;p9"/>
            <p:cNvSpPr/>
            <p:nvPr/>
          </p:nvSpPr>
          <p:spPr>
            <a:xfrm>
              <a:off x="0" y="47318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349;p9"/>
            <p:cNvSpPr/>
            <p:nvPr/>
          </p:nvSpPr>
          <p:spPr>
            <a:xfrm>
              <a:off x="0" y="4924440"/>
              <a:ext cx="9143640" cy="129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3221" h="223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350;p9"/>
            <p:cNvSpPr/>
            <p:nvPr/>
          </p:nvSpPr>
          <p:spPr>
            <a:xfrm>
              <a:off x="704160" y="0"/>
              <a:ext cx="17280" cy="5142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297" h="85921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1" name="PlaceHolder 1"/>
          <p:cNvSpPr>
            <a:spLocks noGrp="1"/>
          </p:cNvSpPr>
          <p:nvPr>
            <p:ph type="body"/>
          </p:nvPr>
        </p:nvSpPr>
        <p:spPr>
          <a:xfrm>
            <a:off x="4572000" y="951120"/>
            <a:ext cx="3858120" cy="3240720"/>
          </a:xfrm>
          <a:prstGeom prst="rect">
            <a:avLst/>
          </a:prstGeom>
          <a:noFill/>
          <a:ln w="19080">
            <a:solidFill>
              <a:srgbClr val="000000"/>
            </a:solidFill>
            <a:prstDash val="dash"/>
            <a:round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2" name="PlaceHolder 2"/>
          <p:cNvSpPr>
            <a:spLocks noGrp="1"/>
          </p:cNvSpPr>
          <p:nvPr>
            <p:ph type="title"/>
          </p:nvPr>
        </p:nvSpPr>
        <p:spPr>
          <a:xfrm>
            <a:off x="799920" y="1520280"/>
            <a:ext cx="2949480" cy="5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3" name="Google Shape;354;p9"/>
          <p:cNvSpPr/>
          <p:nvPr/>
        </p:nvSpPr>
        <p:spPr>
          <a:xfrm>
            <a:off x="2180160" y="500040"/>
            <a:ext cx="109080" cy="114120"/>
          </a:xfrm>
          <a:custGeom>
            <a:avLst/>
            <a:gdLst>
              <a:gd name="textAreaLeft" fmla="*/ 0 w 109080"/>
              <a:gd name="textAreaRight" fmla="*/ 109440 w 10908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4371" h="4581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240" bIns="57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" name="Google Shape;355;p9"/>
          <p:cNvSpPr/>
          <p:nvPr/>
        </p:nvSpPr>
        <p:spPr>
          <a:xfrm>
            <a:off x="1689480" y="467460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" name="Google Shape;356;p9"/>
          <p:cNvSpPr/>
          <p:nvPr/>
        </p:nvSpPr>
        <p:spPr>
          <a:xfrm>
            <a:off x="231840" y="2890440"/>
            <a:ext cx="87120" cy="85320"/>
          </a:xfrm>
          <a:custGeom>
            <a:avLst/>
            <a:gdLst>
              <a:gd name="textAreaLeft" fmla="*/ 0 w 87120"/>
              <a:gd name="textAreaRight" fmla="*/ 87480 w 8712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3504" h="3429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" name="Google Shape;357;p9"/>
          <p:cNvSpPr/>
          <p:nvPr/>
        </p:nvSpPr>
        <p:spPr>
          <a:xfrm>
            <a:off x="8724960" y="1862280"/>
            <a:ext cx="70560" cy="70560"/>
          </a:xfrm>
          <a:custGeom>
            <a:avLst/>
            <a:gdLst>
              <a:gd name="textAreaLeft" fmla="*/ 0 w 70560"/>
              <a:gd name="textAreaRight" fmla="*/ 70920 w 7056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2836" h="2833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" name="Google Shape;358;p9"/>
          <p:cNvSpPr/>
          <p:nvPr/>
        </p:nvSpPr>
        <p:spPr>
          <a:xfrm>
            <a:off x="3535560" y="1071720"/>
            <a:ext cx="338400" cy="293040"/>
          </a:xfrm>
          <a:custGeom>
            <a:avLst/>
            <a:gdLst>
              <a:gd name="textAreaLeft" fmla="*/ 0 w 338400"/>
              <a:gd name="textAreaRight" fmla="*/ 338760 w 33840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13544" h="11743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" name="Google Shape;359;p9"/>
          <p:cNvSpPr/>
          <p:nvPr/>
        </p:nvSpPr>
        <p:spPr>
          <a:xfrm>
            <a:off x="8557920" y="4674600"/>
            <a:ext cx="84600" cy="80280"/>
          </a:xfrm>
          <a:custGeom>
            <a:avLst/>
            <a:gdLst>
              <a:gd name="textAreaLeft" fmla="*/ 0 w 84600"/>
              <a:gd name="textAreaRight" fmla="*/ 84960 w 8460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3403" h="3223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Google Shape;360;p9"/>
          <p:cNvSpPr/>
          <p:nvPr/>
        </p:nvSpPr>
        <p:spPr>
          <a:xfrm>
            <a:off x="5936760" y="4533480"/>
            <a:ext cx="321480" cy="310680"/>
          </a:xfrm>
          <a:custGeom>
            <a:avLst/>
            <a:gdLst>
              <a:gd name="textAreaLeft" fmla="*/ 0 w 321480"/>
              <a:gd name="textAreaRight" fmla="*/ 321840 w 321480"/>
              <a:gd name="textAreaTop" fmla="*/ 0 h 310680"/>
              <a:gd name="textAreaBottom" fmla="*/ 311040 h 310680"/>
            </a:gdLst>
            <a:ahLst/>
            <a:cxnLst/>
            <a:rect l="textAreaLeft" t="textAreaTop" r="textAreaRight" b="textAreaBottom"/>
            <a:pathLst>
              <a:path w="12877" h="12436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0" name="Google Shape;361;p9"/>
          <p:cNvGrpSpPr/>
          <p:nvPr/>
        </p:nvGrpSpPr>
        <p:grpSpPr>
          <a:xfrm>
            <a:off x="2118960" y="4151520"/>
            <a:ext cx="311400" cy="314280"/>
            <a:chOff x="2118960" y="4151520"/>
            <a:chExt cx="311400" cy="314280"/>
          </a:xfrm>
        </p:grpSpPr>
        <p:sp>
          <p:nvSpPr>
            <p:cNvPr id="271" name="Google Shape;362;p9"/>
            <p:cNvSpPr/>
            <p:nvPr/>
          </p:nvSpPr>
          <p:spPr>
            <a:xfrm>
              <a:off x="2118960" y="4151520"/>
              <a:ext cx="311400" cy="31428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314280"/>
                <a:gd name="textAreaBottom" fmla="*/ 314640 h 314280"/>
              </a:gdLst>
              <a:ahLst/>
              <a:cxnLst/>
              <a:rect l="textAreaLeft" t="textAreaTop" r="textAreaRight" b="textAreaBottom"/>
              <a:pathLst>
                <a:path w="12476" h="12588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363;p9"/>
            <p:cNvSpPr/>
            <p:nvPr/>
          </p:nvSpPr>
          <p:spPr>
            <a:xfrm>
              <a:off x="2210400" y="4256280"/>
              <a:ext cx="28080" cy="421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135" h="1699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364;p9"/>
            <p:cNvSpPr/>
            <p:nvPr/>
          </p:nvSpPr>
          <p:spPr>
            <a:xfrm>
              <a:off x="2286360" y="4260960"/>
              <a:ext cx="30600" cy="442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236" h="1782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365;p9"/>
            <p:cNvSpPr/>
            <p:nvPr/>
          </p:nvSpPr>
          <p:spPr>
            <a:xfrm>
              <a:off x="2184120" y="4322880"/>
              <a:ext cx="150480" cy="6264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033" h="2521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5" name="Google Shape;366;p9"/>
          <p:cNvGrpSpPr/>
          <p:nvPr/>
        </p:nvGrpSpPr>
        <p:grpSpPr>
          <a:xfrm>
            <a:off x="347760" y="833040"/>
            <a:ext cx="730440" cy="238320"/>
            <a:chOff x="347760" y="833040"/>
            <a:chExt cx="730440" cy="238320"/>
          </a:xfrm>
        </p:grpSpPr>
        <p:sp>
          <p:nvSpPr>
            <p:cNvPr id="276" name="Google Shape;367;p9"/>
            <p:cNvSpPr/>
            <p:nvPr/>
          </p:nvSpPr>
          <p:spPr>
            <a:xfrm>
              <a:off x="347760" y="833040"/>
              <a:ext cx="722160" cy="238320"/>
            </a:xfrm>
            <a:custGeom>
              <a:avLst/>
              <a:gdLst>
                <a:gd name="textAreaLeft" fmla="*/ 0 w 722160"/>
                <a:gd name="textAreaRight" fmla="*/ 722520 w 72216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28905" h="9541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368;p9"/>
            <p:cNvSpPr/>
            <p:nvPr/>
          </p:nvSpPr>
          <p:spPr>
            <a:xfrm>
              <a:off x="968040" y="920160"/>
              <a:ext cx="110160" cy="12024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423" h="4821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8" name="Google Shape;369;p9"/>
          <p:cNvGrpSpPr/>
          <p:nvPr/>
        </p:nvGrpSpPr>
        <p:grpSpPr>
          <a:xfrm>
            <a:off x="6077880" y="460800"/>
            <a:ext cx="529200" cy="149040"/>
            <a:chOff x="6077880" y="460800"/>
            <a:chExt cx="529200" cy="149040"/>
          </a:xfrm>
        </p:grpSpPr>
        <p:sp>
          <p:nvSpPr>
            <p:cNvPr id="279" name="Google Shape;370;p9"/>
            <p:cNvSpPr/>
            <p:nvPr/>
          </p:nvSpPr>
          <p:spPr>
            <a:xfrm>
              <a:off x="6095880" y="503280"/>
              <a:ext cx="511200" cy="651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0469" h="2617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371;p9"/>
            <p:cNvSpPr/>
            <p:nvPr/>
          </p:nvSpPr>
          <p:spPr>
            <a:xfrm>
              <a:off x="6077880" y="460800"/>
              <a:ext cx="115920" cy="149040"/>
            </a:xfrm>
            <a:custGeom>
              <a:avLst/>
              <a:gdLst>
                <a:gd name="textAreaLeft" fmla="*/ 0 w 115920"/>
                <a:gd name="textAreaRight" fmla="*/ 116280 w 115920"/>
                <a:gd name="textAreaTop" fmla="*/ 0 h 149040"/>
                <a:gd name="textAreaBottom" fmla="*/ 149400 h 149040"/>
              </a:gdLst>
              <a:ahLst/>
              <a:cxnLst/>
              <a:rect l="textAreaLeft" t="textAreaTop" r="textAreaRight" b="textAreaBottom"/>
              <a:pathLst>
                <a:path w="4656" h="5974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520" bIns="74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1918;p50"/>
          <p:cNvGrpSpPr/>
          <p:nvPr/>
        </p:nvGrpSpPr>
        <p:grpSpPr>
          <a:xfrm>
            <a:off x="907200" y="1419480"/>
            <a:ext cx="1894320" cy="2109960"/>
            <a:chOff x="907200" y="1419480"/>
            <a:chExt cx="1894320" cy="2109960"/>
          </a:xfrm>
        </p:grpSpPr>
        <p:sp>
          <p:nvSpPr>
            <p:cNvPr id="282" name="Google Shape;1919;p50"/>
            <p:cNvSpPr/>
            <p:nvPr/>
          </p:nvSpPr>
          <p:spPr>
            <a:xfrm>
              <a:off x="907200" y="1419480"/>
              <a:ext cx="1894320" cy="2109960"/>
            </a:xfrm>
            <a:custGeom>
              <a:avLst/>
              <a:gdLst>
                <a:gd name="textAreaLeft" fmla="*/ 0 w 1894320"/>
                <a:gd name="textAreaRight" fmla="*/ 1894680 w 1894320"/>
                <a:gd name="textAreaTop" fmla="*/ 0 h 2109960"/>
                <a:gd name="textAreaBottom" fmla="*/ 2110320 h 2109960"/>
              </a:gdLst>
              <a:ahLst/>
              <a:cxnLst/>
              <a:rect l="textAreaLeft" t="textAreaTop" r="textAreaRight" b="textAreaBottom"/>
              <a:pathLst>
                <a:path w="47133" h="52498">
                  <a:moveTo>
                    <a:pt x="33954" y="0"/>
                  </a:moveTo>
                  <a:cubicBezTo>
                    <a:pt x="33630" y="0"/>
                    <a:pt x="33306" y="36"/>
                    <a:pt x="32982" y="108"/>
                  </a:cubicBezTo>
                  <a:lnTo>
                    <a:pt x="5581" y="6157"/>
                  </a:lnTo>
                  <a:cubicBezTo>
                    <a:pt x="3205" y="6661"/>
                    <a:pt x="1656" y="8966"/>
                    <a:pt x="2124" y="11342"/>
                  </a:cubicBezTo>
                  <a:cubicBezTo>
                    <a:pt x="1044" y="12314"/>
                    <a:pt x="0" y="13719"/>
                    <a:pt x="432" y="15699"/>
                  </a:cubicBezTo>
                  <a:cubicBezTo>
                    <a:pt x="720" y="17067"/>
                    <a:pt x="1692" y="18148"/>
                    <a:pt x="2989" y="18652"/>
                  </a:cubicBezTo>
                  <a:cubicBezTo>
                    <a:pt x="900" y="20776"/>
                    <a:pt x="1692" y="24305"/>
                    <a:pt x="4465" y="25349"/>
                  </a:cubicBezTo>
                  <a:cubicBezTo>
                    <a:pt x="2376" y="27473"/>
                    <a:pt x="3169" y="31002"/>
                    <a:pt x="5905" y="32082"/>
                  </a:cubicBezTo>
                  <a:cubicBezTo>
                    <a:pt x="3853" y="34171"/>
                    <a:pt x="4609" y="37735"/>
                    <a:pt x="7381" y="38779"/>
                  </a:cubicBezTo>
                  <a:cubicBezTo>
                    <a:pt x="5329" y="40904"/>
                    <a:pt x="6085" y="44432"/>
                    <a:pt x="8858" y="45477"/>
                  </a:cubicBezTo>
                  <a:cubicBezTo>
                    <a:pt x="7886" y="46485"/>
                    <a:pt x="7489" y="47889"/>
                    <a:pt x="7777" y="49257"/>
                  </a:cubicBezTo>
                  <a:cubicBezTo>
                    <a:pt x="8102" y="50662"/>
                    <a:pt x="9362" y="51634"/>
                    <a:pt x="10802" y="51634"/>
                  </a:cubicBezTo>
                  <a:cubicBezTo>
                    <a:pt x="11018" y="51634"/>
                    <a:pt x="11234" y="51634"/>
                    <a:pt x="11450" y="51598"/>
                  </a:cubicBezTo>
                  <a:cubicBezTo>
                    <a:pt x="11594" y="51562"/>
                    <a:pt x="11738" y="51490"/>
                    <a:pt x="11882" y="51454"/>
                  </a:cubicBezTo>
                  <a:cubicBezTo>
                    <a:pt x="12710" y="52138"/>
                    <a:pt x="13719" y="52498"/>
                    <a:pt x="14799" y="52498"/>
                  </a:cubicBezTo>
                  <a:cubicBezTo>
                    <a:pt x="15123" y="52498"/>
                    <a:pt x="15447" y="52462"/>
                    <a:pt x="15771" y="52390"/>
                  </a:cubicBezTo>
                  <a:lnTo>
                    <a:pt x="43172" y="46377"/>
                  </a:lnTo>
                  <a:cubicBezTo>
                    <a:pt x="45585" y="45837"/>
                    <a:pt x="47133" y="43424"/>
                    <a:pt x="46593" y="41012"/>
                  </a:cubicBezTo>
                  <a:lnTo>
                    <a:pt x="38347" y="3565"/>
                  </a:lnTo>
                  <a:cubicBezTo>
                    <a:pt x="37879" y="1476"/>
                    <a:pt x="36079" y="0"/>
                    <a:pt x="3395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76164" dir="2826415" algn="bl" rotWithShape="0">
                <a:srgbClr val="000000">
                  <a:alpha val="81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920;p50"/>
            <p:cNvSpPr/>
            <p:nvPr/>
          </p:nvSpPr>
          <p:spPr>
            <a:xfrm>
              <a:off x="1086840" y="1513440"/>
              <a:ext cx="1599120" cy="1899720"/>
            </a:xfrm>
            <a:custGeom>
              <a:avLst/>
              <a:gdLst>
                <a:gd name="textAreaLeft" fmla="*/ 0 w 1599120"/>
                <a:gd name="textAreaRight" fmla="*/ 1599480 w 1599120"/>
                <a:gd name="textAreaTop" fmla="*/ 0 h 1899720"/>
                <a:gd name="textAreaBottom" fmla="*/ 1900080 h 1899720"/>
              </a:gdLst>
              <a:ahLst/>
              <a:cxnLst/>
              <a:rect l="textAreaLeft" t="textAreaTop" r="textAreaRight" b="textAreaBottom"/>
              <a:pathLst>
                <a:path w="39789" h="47265">
                  <a:moveTo>
                    <a:pt x="29462" y="0"/>
                  </a:moveTo>
                  <a:cubicBezTo>
                    <a:pt x="29329" y="0"/>
                    <a:pt x="29194" y="14"/>
                    <a:pt x="29058" y="42"/>
                  </a:cubicBezTo>
                  <a:lnTo>
                    <a:pt x="1657" y="6091"/>
                  </a:lnTo>
                  <a:cubicBezTo>
                    <a:pt x="649" y="6307"/>
                    <a:pt x="1" y="7315"/>
                    <a:pt x="217" y="8323"/>
                  </a:cubicBezTo>
                  <a:lnTo>
                    <a:pt x="8462" y="45770"/>
                  </a:lnTo>
                  <a:cubicBezTo>
                    <a:pt x="8647" y="46662"/>
                    <a:pt x="9409" y="47265"/>
                    <a:pt x="10278" y="47265"/>
                  </a:cubicBezTo>
                  <a:cubicBezTo>
                    <a:pt x="10427" y="47265"/>
                    <a:pt x="10578" y="47247"/>
                    <a:pt x="10731" y="47210"/>
                  </a:cubicBezTo>
                  <a:lnTo>
                    <a:pt x="38132" y="41197"/>
                  </a:lnTo>
                  <a:cubicBezTo>
                    <a:pt x="39140" y="40981"/>
                    <a:pt x="39788" y="39973"/>
                    <a:pt x="39572" y="38929"/>
                  </a:cubicBezTo>
                  <a:lnTo>
                    <a:pt x="31327" y="1482"/>
                  </a:lnTo>
                  <a:cubicBezTo>
                    <a:pt x="31139" y="605"/>
                    <a:pt x="30351" y="0"/>
                    <a:pt x="2946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921;p50"/>
            <p:cNvSpPr/>
            <p:nvPr/>
          </p:nvSpPr>
          <p:spPr>
            <a:xfrm>
              <a:off x="2063880" y="2764080"/>
              <a:ext cx="523800" cy="410760"/>
            </a:xfrm>
            <a:custGeom>
              <a:avLst/>
              <a:gdLst>
                <a:gd name="textAreaLeft" fmla="*/ 0 w 523800"/>
                <a:gd name="textAreaRight" fmla="*/ 524160 w 523800"/>
                <a:gd name="textAreaTop" fmla="*/ 0 h 410760"/>
                <a:gd name="textAreaBottom" fmla="*/ 411120 h 410760"/>
              </a:gdLst>
              <a:ahLst/>
              <a:cxnLst/>
              <a:rect l="textAreaLeft" t="textAreaTop" r="textAreaRight" b="textAreaBottom"/>
              <a:pathLst>
                <a:path w="13035" h="10225">
                  <a:moveTo>
                    <a:pt x="10202" y="0"/>
                  </a:moveTo>
                  <a:cubicBezTo>
                    <a:pt x="10092" y="0"/>
                    <a:pt x="9979" y="12"/>
                    <a:pt x="9866" y="36"/>
                  </a:cubicBezTo>
                  <a:lnTo>
                    <a:pt x="1369" y="1909"/>
                  </a:lnTo>
                  <a:cubicBezTo>
                    <a:pt x="541" y="2089"/>
                    <a:pt x="0" y="2917"/>
                    <a:pt x="181" y="3745"/>
                  </a:cubicBezTo>
                  <a:lnTo>
                    <a:pt x="1333" y="9002"/>
                  </a:lnTo>
                  <a:cubicBezTo>
                    <a:pt x="1521" y="9722"/>
                    <a:pt x="2145" y="10225"/>
                    <a:pt x="2873" y="10225"/>
                  </a:cubicBezTo>
                  <a:cubicBezTo>
                    <a:pt x="2981" y="10225"/>
                    <a:pt x="3093" y="10214"/>
                    <a:pt x="3205" y="10190"/>
                  </a:cubicBezTo>
                  <a:lnTo>
                    <a:pt x="11667" y="8318"/>
                  </a:lnTo>
                  <a:cubicBezTo>
                    <a:pt x="12531" y="8138"/>
                    <a:pt x="13035" y="7310"/>
                    <a:pt x="12855" y="6482"/>
                  </a:cubicBezTo>
                  <a:lnTo>
                    <a:pt x="11703" y="1225"/>
                  </a:lnTo>
                  <a:cubicBezTo>
                    <a:pt x="11547" y="478"/>
                    <a:pt x="10908" y="0"/>
                    <a:pt x="1020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922;p50"/>
            <p:cNvSpPr/>
            <p:nvPr/>
          </p:nvSpPr>
          <p:spPr>
            <a:xfrm>
              <a:off x="2129040" y="2859840"/>
              <a:ext cx="364320" cy="79200"/>
            </a:xfrm>
            <a:custGeom>
              <a:avLst/>
              <a:gdLst>
                <a:gd name="textAreaLeft" fmla="*/ 0 w 364320"/>
                <a:gd name="textAreaRight" fmla="*/ 364680 w 3643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9075" h="1982" fill="none">
                  <a:moveTo>
                    <a:pt x="1" y="1981"/>
                  </a:moveTo>
                  <a:lnTo>
                    <a:pt x="9074" y="1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923;p50"/>
            <p:cNvSpPr/>
            <p:nvPr/>
          </p:nvSpPr>
          <p:spPr>
            <a:xfrm>
              <a:off x="2144880" y="2929320"/>
              <a:ext cx="362880" cy="80640"/>
            </a:xfrm>
            <a:custGeom>
              <a:avLst/>
              <a:gdLst>
                <a:gd name="textAreaLeft" fmla="*/ 0 w 362880"/>
                <a:gd name="textAreaRight" fmla="*/ 363240 w 36288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9039" h="2017" fill="none">
                  <a:moveTo>
                    <a:pt x="1" y="2017"/>
                  </a:moveTo>
                  <a:lnTo>
                    <a:pt x="9039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924;p50"/>
            <p:cNvSpPr/>
            <p:nvPr/>
          </p:nvSpPr>
          <p:spPr>
            <a:xfrm>
              <a:off x="2159280" y="3000240"/>
              <a:ext cx="364320" cy="79200"/>
            </a:xfrm>
            <a:custGeom>
              <a:avLst/>
              <a:gdLst>
                <a:gd name="textAreaLeft" fmla="*/ 0 w 364320"/>
                <a:gd name="textAreaRight" fmla="*/ 364680 w 3643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9075" h="1981" fill="none">
                  <a:moveTo>
                    <a:pt x="1" y="1981"/>
                  </a:moveTo>
                  <a:lnTo>
                    <a:pt x="907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925;p50"/>
            <p:cNvSpPr/>
            <p:nvPr/>
          </p:nvSpPr>
          <p:spPr>
            <a:xfrm>
              <a:off x="1030320" y="1840680"/>
              <a:ext cx="462960" cy="1519560"/>
            </a:xfrm>
            <a:custGeom>
              <a:avLst/>
              <a:gdLst>
                <a:gd name="textAreaLeft" fmla="*/ 0 w 462960"/>
                <a:gd name="textAreaRight" fmla="*/ 463320 w 462960"/>
                <a:gd name="textAreaTop" fmla="*/ 0 h 1519560"/>
                <a:gd name="textAreaBottom" fmla="*/ 1519920 h 1519560"/>
              </a:gdLst>
              <a:ahLst/>
              <a:cxnLst/>
              <a:rect l="textAreaLeft" t="textAreaTop" r="textAreaRight" b="textAreaBottom"/>
              <a:pathLst>
                <a:path w="11523" h="37808" fill="none">
                  <a:moveTo>
                    <a:pt x="3745" y="0"/>
                  </a:moveTo>
                  <a:cubicBezTo>
                    <a:pt x="4141" y="1692"/>
                    <a:pt x="1" y="2593"/>
                    <a:pt x="361" y="4285"/>
                  </a:cubicBezTo>
                  <a:cubicBezTo>
                    <a:pt x="721" y="5941"/>
                    <a:pt x="4862" y="5041"/>
                    <a:pt x="5222" y="6733"/>
                  </a:cubicBezTo>
                  <a:cubicBezTo>
                    <a:pt x="5618" y="8390"/>
                    <a:pt x="1477" y="9326"/>
                    <a:pt x="1837" y="10982"/>
                  </a:cubicBezTo>
                  <a:cubicBezTo>
                    <a:pt x="2197" y="12674"/>
                    <a:pt x="6338" y="11738"/>
                    <a:pt x="6698" y="13431"/>
                  </a:cubicBezTo>
                  <a:cubicBezTo>
                    <a:pt x="7094" y="15123"/>
                    <a:pt x="2953" y="15987"/>
                    <a:pt x="3313" y="17679"/>
                  </a:cubicBezTo>
                  <a:cubicBezTo>
                    <a:pt x="3673" y="19372"/>
                    <a:pt x="7814" y="18472"/>
                    <a:pt x="8210" y="20128"/>
                  </a:cubicBezTo>
                  <a:cubicBezTo>
                    <a:pt x="8570" y="21820"/>
                    <a:pt x="4429" y="22720"/>
                    <a:pt x="4790" y="24413"/>
                  </a:cubicBezTo>
                  <a:cubicBezTo>
                    <a:pt x="5150" y="26069"/>
                    <a:pt x="9290" y="25169"/>
                    <a:pt x="9686" y="26861"/>
                  </a:cubicBezTo>
                  <a:cubicBezTo>
                    <a:pt x="10047" y="28517"/>
                    <a:pt x="5906" y="29418"/>
                    <a:pt x="6266" y="31110"/>
                  </a:cubicBezTo>
                  <a:cubicBezTo>
                    <a:pt x="6626" y="32802"/>
                    <a:pt x="10767" y="31866"/>
                    <a:pt x="11163" y="33558"/>
                  </a:cubicBezTo>
                  <a:cubicBezTo>
                    <a:pt x="11523" y="35251"/>
                    <a:pt x="7382" y="36151"/>
                    <a:pt x="7742" y="37807"/>
                  </a:cubicBezTo>
                </a:path>
              </a:pathLst>
            </a:custGeom>
            <a:noFill/>
            <a:ln w="22500" cap="rnd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9" name="Google Shape;1926;p50"/>
          <p:cNvGrpSpPr/>
          <p:nvPr/>
        </p:nvGrpSpPr>
        <p:grpSpPr>
          <a:xfrm>
            <a:off x="7583760" y="-155880"/>
            <a:ext cx="1693440" cy="857520"/>
            <a:chOff x="7583760" y="-155880"/>
            <a:chExt cx="1693440" cy="857520"/>
          </a:xfrm>
        </p:grpSpPr>
        <p:sp>
          <p:nvSpPr>
            <p:cNvPr id="290" name="Google Shape;1927;p50"/>
            <p:cNvSpPr/>
            <p:nvPr/>
          </p:nvSpPr>
          <p:spPr>
            <a:xfrm>
              <a:off x="7583760" y="-155880"/>
              <a:ext cx="1693440" cy="85752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6448" h="69112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443" dir="1793934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928;p50"/>
            <p:cNvSpPr/>
            <p:nvPr/>
          </p:nvSpPr>
          <p:spPr>
            <a:xfrm>
              <a:off x="7671240" y="41400"/>
              <a:ext cx="1510560" cy="466920"/>
            </a:xfrm>
            <a:custGeom>
              <a:avLst/>
              <a:gdLst>
                <a:gd name="textAreaLeft" fmla="*/ 0 w 1510560"/>
                <a:gd name="textAreaRight" fmla="*/ 1510920 w 1510560"/>
                <a:gd name="textAreaTop" fmla="*/ 0 h 466920"/>
                <a:gd name="textAreaBottom" fmla="*/ 467280 h 466920"/>
              </a:gdLst>
              <a:ahLst/>
              <a:cxnLst/>
              <a:rect l="textAreaLeft" t="textAreaTop" r="textAreaRight" b="textAreaBottom"/>
              <a:pathLst>
                <a:path w="121104" h="37432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929;p50"/>
            <p:cNvSpPr/>
            <p:nvPr/>
          </p:nvSpPr>
          <p:spPr>
            <a:xfrm>
              <a:off x="7696080" y="136800"/>
              <a:ext cx="1510920" cy="46512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465120"/>
                <a:gd name="textAreaBottom" fmla="*/ 465480 h 465120"/>
              </a:gdLst>
              <a:ahLst/>
              <a:cxnLst/>
              <a:rect l="textAreaLeft" t="textAreaTop" r="textAreaRight" b="textAreaBottom"/>
              <a:pathLst>
                <a:path w="121147" h="37284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930;p50"/>
            <p:cNvSpPr/>
            <p:nvPr/>
          </p:nvSpPr>
          <p:spPr>
            <a:xfrm>
              <a:off x="7644960" y="-52560"/>
              <a:ext cx="1511280" cy="465480"/>
            </a:xfrm>
            <a:custGeom>
              <a:avLst/>
              <a:gdLst>
                <a:gd name="textAreaLeft" fmla="*/ 0 w 1511280"/>
                <a:gd name="textAreaRight" fmla="*/ 1511640 w 1511280"/>
                <a:gd name="textAreaTop" fmla="*/ 0 h 465480"/>
                <a:gd name="textAreaBottom" fmla="*/ 465840 h 465480"/>
              </a:gdLst>
              <a:ahLst/>
              <a:cxnLst/>
              <a:rect l="textAreaLeft" t="textAreaTop" r="textAreaRight" b="textAreaBottom"/>
              <a:pathLst>
                <a:path w="121168" h="37306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931;p50"/>
            <p:cNvSpPr/>
            <p:nvPr/>
          </p:nvSpPr>
          <p:spPr>
            <a:xfrm>
              <a:off x="7721640" y="230760"/>
              <a:ext cx="1509480" cy="4359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435960"/>
                <a:gd name="textAreaBottom" fmla="*/ 436320 h 435960"/>
              </a:gdLst>
              <a:ahLst/>
              <a:cxnLst/>
              <a:rect l="textAreaLeft" t="textAreaTop" r="textAreaRight" b="textAreaBottom"/>
              <a:pathLst>
                <a:path w="121020" h="34945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932;p50"/>
            <p:cNvSpPr/>
            <p:nvPr/>
          </p:nvSpPr>
          <p:spPr>
            <a:xfrm>
              <a:off x="7622640" y="-117000"/>
              <a:ext cx="1506240" cy="433800"/>
            </a:xfrm>
            <a:custGeom>
              <a:avLst/>
              <a:gdLst>
                <a:gd name="textAreaLeft" fmla="*/ 0 w 1506240"/>
                <a:gd name="textAreaRight" fmla="*/ 1506600 w 1506240"/>
                <a:gd name="textAreaTop" fmla="*/ 0 h 433800"/>
                <a:gd name="textAreaBottom" fmla="*/ 434160 h 433800"/>
              </a:gdLst>
              <a:ahLst/>
              <a:cxnLst/>
              <a:rect l="textAreaLeft" t="textAreaTop" r="textAreaRight" b="textAreaBottom"/>
              <a:pathLst>
                <a:path w="120767" h="34776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6" name="Google Shape;1933;p50"/>
          <p:cNvGrpSpPr/>
          <p:nvPr/>
        </p:nvGrpSpPr>
        <p:grpSpPr>
          <a:xfrm>
            <a:off x="6106680" y="4293360"/>
            <a:ext cx="1668960" cy="1379880"/>
            <a:chOff x="6106680" y="4293360"/>
            <a:chExt cx="1668960" cy="1379880"/>
          </a:xfrm>
        </p:grpSpPr>
        <p:sp>
          <p:nvSpPr>
            <p:cNvPr id="297" name="Google Shape;1934;p50"/>
            <p:cNvSpPr/>
            <p:nvPr/>
          </p:nvSpPr>
          <p:spPr>
            <a:xfrm rot="2065800">
              <a:off x="6114240" y="4713480"/>
              <a:ext cx="1653480" cy="539640"/>
            </a:xfrm>
            <a:custGeom>
              <a:avLst/>
              <a:gdLst>
                <a:gd name="textAreaLeft" fmla="*/ 0 w 1653480"/>
                <a:gd name="textAreaRight" fmla="*/ 1653840 w 165348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935;p50"/>
            <p:cNvSpPr/>
            <p:nvPr/>
          </p:nvSpPr>
          <p:spPr>
            <a:xfrm rot="2065800">
              <a:off x="6378120" y="450720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936;p50"/>
            <p:cNvSpPr/>
            <p:nvPr/>
          </p:nvSpPr>
          <p:spPr>
            <a:xfrm rot="2065800">
              <a:off x="7259040" y="505224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937;p50"/>
            <p:cNvSpPr/>
            <p:nvPr/>
          </p:nvSpPr>
          <p:spPr>
            <a:xfrm rot="2065800">
              <a:off x="6676560" y="469296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938;p50"/>
            <p:cNvSpPr/>
            <p:nvPr/>
          </p:nvSpPr>
          <p:spPr>
            <a:xfrm rot="2065800">
              <a:off x="6958800" y="486720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939;p50"/>
            <p:cNvSpPr/>
            <p:nvPr/>
          </p:nvSpPr>
          <p:spPr>
            <a:xfrm rot="2065800">
              <a:off x="7109640" y="4959360"/>
              <a:ext cx="233280" cy="39672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940;p50"/>
            <p:cNvSpPr/>
            <p:nvPr/>
          </p:nvSpPr>
          <p:spPr>
            <a:xfrm rot="2065800">
              <a:off x="6527880" y="460044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941;p50"/>
            <p:cNvSpPr/>
            <p:nvPr/>
          </p:nvSpPr>
          <p:spPr>
            <a:xfrm rot="2065800">
              <a:off x="6829200" y="478044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942;p50"/>
            <p:cNvSpPr/>
            <p:nvPr/>
          </p:nvSpPr>
          <p:spPr>
            <a:xfrm rot="2065800">
              <a:off x="7410960" y="514044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943;p50"/>
            <p:cNvSpPr/>
            <p:nvPr/>
          </p:nvSpPr>
          <p:spPr>
            <a:xfrm rot="2065800">
              <a:off x="6256800" y="442440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7" name="Google Shape;1944;p50"/>
          <p:cNvGrpSpPr/>
          <p:nvPr/>
        </p:nvGrpSpPr>
        <p:grpSpPr>
          <a:xfrm>
            <a:off x="-514800" y="3868560"/>
            <a:ext cx="1701720" cy="697680"/>
            <a:chOff x="-514800" y="3868560"/>
            <a:chExt cx="1701720" cy="697680"/>
          </a:xfrm>
        </p:grpSpPr>
        <p:sp>
          <p:nvSpPr>
            <p:cNvPr id="308" name="Google Shape;1945;p50"/>
            <p:cNvSpPr/>
            <p:nvPr/>
          </p:nvSpPr>
          <p:spPr>
            <a:xfrm rot="475200">
              <a:off x="-489600" y="3979800"/>
              <a:ext cx="1652040" cy="474480"/>
            </a:xfrm>
            <a:custGeom>
              <a:avLst/>
              <a:gdLst>
                <a:gd name="textAreaLeft" fmla="*/ 0 w 1652040"/>
                <a:gd name="textAreaRight" fmla="*/ 1652400 w 165204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128944" h="37053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56972" dir="2992196" algn="bl" rotWithShape="0">
                <a:schemeClr val="dk1">
                  <a:alpha val="79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946;p50"/>
            <p:cNvSpPr/>
            <p:nvPr/>
          </p:nvSpPr>
          <p:spPr>
            <a:xfrm rot="475200">
              <a:off x="-470160" y="4336200"/>
              <a:ext cx="1571040" cy="75960"/>
            </a:xfrm>
            <a:custGeom>
              <a:avLst/>
              <a:gdLst>
                <a:gd name="textAreaLeft" fmla="*/ 0 w 1571040"/>
                <a:gd name="textAreaRight" fmla="*/ 1571400 w 1571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22605" h="5968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947;p50"/>
            <p:cNvSpPr/>
            <p:nvPr/>
          </p:nvSpPr>
          <p:spPr>
            <a:xfrm rot="475200">
              <a:off x="-300240" y="394236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948;p50"/>
            <p:cNvSpPr/>
            <p:nvPr/>
          </p:nvSpPr>
          <p:spPr>
            <a:xfrm rot="475200">
              <a:off x="38880" y="398952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949;p50"/>
            <p:cNvSpPr/>
            <p:nvPr/>
          </p:nvSpPr>
          <p:spPr>
            <a:xfrm rot="475200">
              <a:off x="386280" y="403776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4" h="5944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950;p50"/>
            <p:cNvSpPr/>
            <p:nvPr/>
          </p:nvSpPr>
          <p:spPr>
            <a:xfrm rot="475200">
              <a:off x="725760" y="408528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5" h="5944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951;p50"/>
            <p:cNvSpPr/>
            <p:nvPr/>
          </p:nvSpPr>
          <p:spPr>
            <a:xfrm rot="475200">
              <a:off x="224280" y="4014000"/>
              <a:ext cx="146880" cy="759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487" h="5944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952;p50"/>
            <p:cNvSpPr/>
            <p:nvPr/>
          </p:nvSpPr>
          <p:spPr>
            <a:xfrm rot="475200">
              <a:off x="909720" y="4109040"/>
              <a:ext cx="141840" cy="759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108" h="5944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953;p50"/>
            <p:cNvSpPr/>
            <p:nvPr/>
          </p:nvSpPr>
          <p:spPr>
            <a:xfrm rot="475200">
              <a:off x="570240" y="4061520"/>
              <a:ext cx="140040" cy="759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961" h="5944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954;p50"/>
            <p:cNvSpPr/>
            <p:nvPr/>
          </p:nvSpPr>
          <p:spPr>
            <a:xfrm rot="475200">
              <a:off x="-114840" y="3966120"/>
              <a:ext cx="138600" cy="7596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834" h="5944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955;p50"/>
            <p:cNvSpPr/>
            <p:nvPr/>
          </p:nvSpPr>
          <p:spPr>
            <a:xfrm rot="475200">
              <a:off x="-433080" y="4014720"/>
              <a:ext cx="104760" cy="964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8200" h="7546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956;p50"/>
            <p:cNvSpPr/>
            <p:nvPr/>
          </p:nvSpPr>
          <p:spPr>
            <a:xfrm rot="475200">
              <a:off x="-448560" y="4128120"/>
              <a:ext cx="104760" cy="896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8200" h="702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957;p50"/>
            <p:cNvSpPr/>
            <p:nvPr/>
          </p:nvSpPr>
          <p:spPr>
            <a:xfrm rot="475200">
              <a:off x="-418680" y="3921120"/>
              <a:ext cx="104760" cy="7596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8200" h="5965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958;p50"/>
            <p:cNvSpPr/>
            <p:nvPr/>
          </p:nvSpPr>
          <p:spPr>
            <a:xfrm rot="475200">
              <a:off x="1052640" y="4218840"/>
              <a:ext cx="69120" cy="95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418" h="7507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959;p50"/>
            <p:cNvSpPr/>
            <p:nvPr/>
          </p:nvSpPr>
          <p:spPr>
            <a:xfrm rot="475200">
              <a:off x="1037160" y="4332960"/>
              <a:ext cx="69120" cy="8928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5418" h="700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960;p50"/>
            <p:cNvSpPr/>
            <p:nvPr/>
          </p:nvSpPr>
          <p:spPr>
            <a:xfrm rot="475200">
              <a:off x="1067040" y="4125600"/>
              <a:ext cx="69120" cy="75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5418" h="5944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961;p50"/>
            <p:cNvSpPr/>
            <p:nvPr/>
          </p:nvSpPr>
          <p:spPr>
            <a:xfrm rot="475200">
              <a:off x="-314640" y="4035600"/>
              <a:ext cx="170640" cy="964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342" h="7546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962;p50"/>
            <p:cNvSpPr/>
            <p:nvPr/>
          </p:nvSpPr>
          <p:spPr>
            <a:xfrm rot="475200">
              <a:off x="24480" y="4083120"/>
              <a:ext cx="170280" cy="9612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3321" h="7525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963;p50"/>
            <p:cNvSpPr/>
            <p:nvPr/>
          </p:nvSpPr>
          <p:spPr>
            <a:xfrm rot="475200">
              <a:off x="711360" y="417852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195" h="7546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964;p50"/>
            <p:cNvSpPr/>
            <p:nvPr/>
          </p:nvSpPr>
          <p:spPr>
            <a:xfrm rot="475200">
              <a:off x="371880" y="413136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215" h="7546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965;p50"/>
            <p:cNvSpPr/>
            <p:nvPr/>
          </p:nvSpPr>
          <p:spPr>
            <a:xfrm rot="475200">
              <a:off x="9000" y="4196880"/>
              <a:ext cx="170640" cy="892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42" h="6999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966;p50"/>
            <p:cNvSpPr/>
            <p:nvPr/>
          </p:nvSpPr>
          <p:spPr>
            <a:xfrm rot="475200">
              <a:off x="-330120" y="4149360"/>
              <a:ext cx="170640" cy="89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342" h="702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967;p50"/>
            <p:cNvSpPr/>
            <p:nvPr/>
          </p:nvSpPr>
          <p:spPr>
            <a:xfrm rot="475200">
              <a:off x="695880" y="4292280"/>
              <a:ext cx="168840" cy="892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216" h="700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968;p50"/>
            <p:cNvSpPr/>
            <p:nvPr/>
          </p:nvSpPr>
          <p:spPr>
            <a:xfrm rot="475200">
              <a:off x="356760" y="4245120"/>
              <a:ext cx="168840" cy="896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194" h="702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969;p50"/>
            <p:cNvSpPr/>
            <p:nvPr/>
          </p:nvSpPr>
          <p:spPr>
            <a:xfrm rot="475200">
              <a:off x="209880" y="4107240"/>
              <a:ext cx="146880" cy="964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487" h="7546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970;p50"/>
            <p:cNvSpPr/>
            <p:nvPr/>
          </p:nvSpPr>
          <p:spPr>
            <a:xfrm rot="475200">
              <a:off x="895320" y="4201920"/>
              <a:ext cx="141840" cy="964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108" h="7546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971;p50"/>
            <p:cNvSpPr/>
            <p:nvPr/>
          </p:nvSpPr>
          <p:spPr>
            <a:xfrm rot="475200">
              <a:off x="555840" y="415476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0961" h="7527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972;p50"/>
            <p:cNvSpPr/>
            <p:nvPr/>
          </p:nvSpPr>
          <p:spPr>
            <a:xfrm rot="475200">
              <a:off x="-129240" y="4059360"/>
              <a:ext cx="138600" cy="964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855" h="7546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973;p50"/>
            <p:cNvSpPr/>
            <p:nvPr/>
          </p:nvSpPr>
          <p:spPr>
            <a:xfrm rot="475200">
              <a:off x="194400" y="4221000"/>
              <a:ext cx="146880" cy="892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1487" h="7001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974;p50"/>
            <p:cNvSpPr/>
            <p:nvPr/>
          </p:nvSpPr>
          <p:spPr>
            <a:xfrm rot="475200">
              <a:off x="879840" y="4315680"/>
              <a:ext cx="141840" cy="896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1087" h="702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975;p50"/>
            <p:cNvSpPr/>
            <p:nvPr/>
          </p:nvSpPr>
          <p:spPr>
            <a:xfrm rot="475200">
              <a:off x="540720" y="4268520"/>
              <a:ext cx="140040" cy="8928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61" h="700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976;p50"/>
            <p:cNvSpPr/>
            <p:nvPr/>
          </p:nvSpPr>
          <p:spPr>
            <a:xfrm rot="475200">
              <a:off x="-144360" y="4173120"/>
              <a:ext cx="138600" cy="892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855" h="7001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977;p50"/>
            <p:cNvSpPr/>
            <p:nvPr/>
          </p:nvSpPr>
          <p:spPr>
            <a:xfrm rot="475200">
              <a:off x="-450360" y="4020480"/>
              <a:ext cx="1572840" cy="393840"/>
            </a:xfrm>
            <a:custGeom>
              <a:avLst/>
              <a:gdLst>
                <a:gd name="textAreaLeft" fmla="*/ 0 w 1572840"/>
                <a:gd name="textAreaRight" fmla="*/ 1573200 w 157284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22748" h="30762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ECBA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1" name="Rectangle 340"/>
          <p:cNvSpPr/>
          <p:nvPr/>
        </p:nvSpPr>
        <p:spPr>
          <a:xfrm>
            <a:off x="3000240" y="1219320"/>
            <a:ext cx="55814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0" u="none" strike="noStrike" dirty="0" err="1">
                <a:solidFill>
                  <a:srgbClr val="212529"/>
                </a:solidFill>
                <a:effectLst/>
                <a:uFillTx/>
                <a:latin typeface="Delius Swash Caps"/>
              </a:rPr>
              <a:t>AnemiaFusionNet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Delius Swash Caps"/>
            </a:endParaRPr>
          </a:p>
        </p:txBody>
      </p:sp>
      <p:sp>
        <p:nvSpPr>
          <p:cNvPr id="342" name="Rectangle 341"/>
          <p:cNvSpPr/>
          <p:nvPr/>
        </p:nvSpPr>
        <p:spPr>
          <a:xfrm>
            <a:off x="3389740" y="2268535"/>
            <a:ext cx="5086640" cy="17941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Multimodal Region-Aware Anemia Detection 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solidFill>
                <a:srgbClr val="000000"/>
              </a:solidFill>
              <a:latin typeface="Delius Swash Caps"/>
            </a:endParaRP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Sandhya Chandel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AI/ML Internship Project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2318;p55"/>
          <p:cNvGrpSpPr/>
          <p:nvPr/>
        </p:nvGrpSpPr>
        <p:grpSpPr>
          <a:xfrm>
            <a:off x="-871560" y="3737520"/>
            <a:ext cx="1739520" cy="1017360"/>
            <a:chOff x="-871560" y="3737520"/>
            <a:chExt cx="1739520" cy="1017360"/>
          </a:xfrm>
        </p:grpSpPr>
        <p:sp>
          <p:nvSpPr>
            <p:cNvPr id="344" name="Google Shape;2319;p55"/>
            <p:cNvSpPr/>
            <p:nvPr/>
          </p:nvSpPr>
          <p:spPr>
            <a:xfrm rot="20536800">
              <a:off x="-828360" y="3976200"/>
              <a:ext cx="1653840" cy="539640"/>
            </a:xfrm>
            <a:custGeom>
              <a:avLst/>
              <a:gdLst>
                <a:gd name="textAreaLeft" fmla="*/ 0 w 1653840"/>
                <a:gd name="textAreaRight" fmla="*/ 1654200 w 165384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320;p55"/>
            <p:cNvSpPr/>
            <p:nvPr/>
          </p:nvSpPr>
          <p:spPr>
            <a:xfrm rot="20536800">
              <a:off x="-610560" y="423072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321;p55"/>
            <p:cNvSpPr/>
            <p:nvPr/>
          </p:nvSpPr>
          <p:spPr>
            <a:xfrm rot="20536800">
              <a:off x="358920" y="38682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322;p55"/>
            <p:cNvSpPr/>
            <p:nvPr/>
          </p:nvSpPr>
          <p:spPr>
            <a:xfrm rot="20536800">
              <a:off x="-282240" y="410832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2323;p55"/>
            <p:cNvSpPr/>
            <p:nvPr/>
          </p:nvSpPr>
          <p:spPr>
            <a:xfrm rot="20536800">
              <a:off x="28440" y="399204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2324;p55"/>
            <p:cNvSpPr/>
            <p:nvPr/>
          </p:nvSpPr>
          <p:spPr>
            <a:xfrm rot="20536800">
              <a:off x="194400" y="3929760"/>
              <a:ext cx="233280" cy="39708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2325;p55"/>
            <p:cNvSpPr/>
            <p:nvPr/>
          </p:nvSpPr>
          <p:spPr>
            <a:xfrm rot="20536800">
              <a:off x="-445680" y="416916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2326;p55"/>
            <p:cNvSpPr/>
            <p:nvPr/>
          </p:nvSpPr>
          <p:spPr>
            <a:xfrm rot="20536800">
              <a:off x="-114480" y="405036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2327;p55"/>
            <p:cNvSpPr/>
            <p:nvPr/>
          </p:nvSpPr>
          <p:spPr>
            <a:xfrm rot="20536800">
              <a:off x="525600" y="381024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2328;p55"/>
            <p:cNvSpPr/>
            <p:nvPr/>
          </p:nvSpPr>
          <p:spPr>
            <a:xfrm rot="20536800">
              <a:off x="-744480" y="428796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4" name="Google Shape;2329;p55"/>
          <p:cNvGrpSpPr/>
          <p:nvPr/>
        </p:nvGrpSpPr>
        <p:grpSpPr>
          <a:xfrm>
            <a:off x="3206160" y="4417920"/>
            <a:ext cx="1648440" cy="1288440"/>
            <a:chOff x="3206160" y="4417920"/>
            <a:chExt cx="1648440" cy="1288440"/>
          </a:xfrm>
        </p:grpSpPr>
        <p:sp>
          <p:nvSpPr>
            <p:cNvPr id="355" name="Google Shape;2330;p55"/>
            <p:cNvSpPr/>
            <p:nvPr/>
          </p:nvSpPr>
          <p:spPr>
            <a:xfrm rot="1951800">
              <a:off x="3204000" y="4824720"/>
              <a:ext cx="1652400" cy="474480"/>
            </a:xfrm>
            <a:custGeom>
              <a:avLst/>
              <a:gdLst>
                <a:gd name="textAreaLeft" fmla="*/ 0 w 1652400"/>
                <a:gd name="textAreaRight" fmla="*/ 1652760 w 165240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128944" h="37053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56972" dir="2992196" algn="bl" rotWithShape="0">
                <a:schemeClr val="dk1">
                  <a:alpha val="79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331;p55"/>
            <p:cNvSpPr/>
            <p:nvPr/>
          </p:nvSpPr>
          <p:spPr>
            <a:xfrm rot="1951800">
              <a:off x="3160080" y="5158080"/>
              <a:ext cx="1571040" cy="75960"/>
            </a:xfrm>
            <a:custGeom>
              <a:avLst/>
              <a:gdLst>
                <a:gd name="textAreaLeft" fmla="*/ 0 w 1571040"/>
                <a:gd name="textAreaRight" fmla="*/ 1571400 w 1571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22605" h="5968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2332;p55"/>
            <p:cNvSpPr/>
            <p:nvPr/>
          </p:nvSpPr>
          <p:spPr>
            <a:xfrm rot="1951800">
              <a:off x="3542040" y="457884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2333;p55"/>
            <p:cNvSpPr/>
            <p:nvPr/>
          </p:nvSpPr>
          <p:spPr>
            <a:xfrm rot="1951800">
              <a:off x="3831120" y="476316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2334;p55"/>
            <p:cNvSpPr/>
            <p:nvPr/>
          </p:nvSpPr>
          <p:spPr>
            <a:xfrm rot="1951800">
              <a:off x="4127040" y="495180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4" h="5944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2335;p55"/>
            <p:cNvSpPr/>
            <p:nvPr/>
          </p:nvSpPr>
          <p:spPr>
            <a:xfrm rot="1951800">
              <a:off x="4415760" y="513612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5" h="5944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336;p55"/>
            <p:cNvSpPr/>
            <p:nvPr/>
          </p:nvSpPr>
          <p:spPr>
            <a:xfrm rot="1951800">
              <a:off x="3990600" y="4857840"/>
              <a:ext cx="146880" cy="759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487" h="5944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337;p55"/>
            <p:cNvSpPr/>
            <p:nvPr/>
          </p:nvSpPr>
          <p:spPr>
            <a:xfrm rot="1951800">
              <a:off x="4574880" y="5228640"/>
              <a:ext cx="141840" cy="759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108" h="5944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338;p55"/>
            <p:cNvSpPr/>
            <p:nvPr/>
          </p:nvSpPr>
          <p:spPr>
            <a:xfrm rot="1951800">
              <a:off x="4285800" y="5043960"/>
              <a:ext cx="140040" cy="759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961" h="5944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339;p55"/>
            <p:cNvSpPr/>
            <p:nvPr/>
          </p:nvSpPr>
          <p:spPr>
            <a:xfrm rot="1951800">
              <a:off x="3702240" y="4671000"/>
              <a:ext cx="138600" cy="7596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834" h="5944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2340;p55"/>
            <p:cNvSpPr/>
            <p:nvPr/>
          </p:nvSpPr>
          <p:spPr>
            <a:xfrm rot="1951800">
              <a:off x="3389760" y="4574880"/>
              <a:ext cx="104760" cy="964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8200" h="7546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2341;p55"/>
            <p:cNvSpPr/>
            <p:nvPr/>
          </p:nvSpPr>
          <p:spPr>
            <a:xfrm rot="1951800">
              <a:off x="3330000" y="4672080"/>
              <a:ext cx="104760" cy="896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8200" h="702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342;p55"/>
            <p:cNvSpPr/>
            <p:nvPr/>
          </p:nvSpPr>
          <p:spPr>
            <a:xfrm rot="1951800">
              <a:off x="3445920" y="4496760"/>
              <a:ext cx="104760" cy="7596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8200" h="5965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343;p55"/>
            <p:cNvSpPr/>
            <p:nvPr/>
          </p:nvSpPr>
          <p:spPr>
            <a:xfrm rot="1951800">
              <a:off x="4658040" y="5372280"/>
              <a:ext cx="69120" cy="95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418" h="7507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344;p55"/>
            <p:cNvSpPr/>
            <p:nvPr/>
          </p:nvSpPr>
          <p:spPr>
            <a:xfrm rot="1951800">
              <a:off x="4598280" y="5469840"/>
              <a:ext cx="69120" cy="8928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5418" h="700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345;p55"/>
            <p:cNvSpPr/>
            <p:nvPr/>
          </p:nvSpPr>
          <p:spPr>
            <a:xfrm rot="1951800">
              <a:off x="4714200" y="5294520"/>
              <a:ext cx="69120" cy="75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5418" h="5944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2346;p55"/>
            <p:cNvSpPr/>
            <p:nvPr/>
          </p:nvSpPr>
          <p:spPr>
            <a:xfrm rot="1951800">
              <a:off x="3485520" y="4656960"/>
              <a:ext cx="170640" cy="964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342" h="7546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2347;p55"/>
            <p:cNvSpPr/>
            <p:nvPr/>
          </p:nvSpPr>
          <p:spPr>
            <a:xfrm rot="1951800">
              <a:off x="3774960" y="4841280"/>
              <a:ext cx="170280" cy="9612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3321" h="7525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348;p55"/>
            <p:cNvSpPr/>
            <p:nvPr/>
          </p:nvSpPr>
          <p:spPr>
            <a:xfrm rot="1951800">
              <a:off x="4359960" y="521388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195" h="7546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2349;p55"/>
            <p:cNvSpPr/>
            <p:nvPr/>
          </p:nvSpPr>
          <p:spPr>
            <a:xfrm rot="1951800">
              <a:off x="4070880" y="5029560"/>
              <a:ext cx="169200" cy="9648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215" h="7546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2350;p55"/>
            <p:cNvSpPr/>
            <p:nvPr/>
          </p:nvSpPr>
          <p:spPr>
            <a:xfrm rot="1951800">
              <a:off x="3714840" y="4938840"/>
              <a:ext cx="170640" cy="892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42" h="6999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2351;p55"/>
            <p:cNvSpPr/>
            <p:nvPr/>
          </p:nvSpPr>
          <p:spPr>
            <a:xfrm rot="1951800">
              <a:off x="3425760" y="4754160"/>
              <a:ext cx="170640" cy="89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342" h="702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2352;p55"/>
            <p:cNvSpPr/>
            <p:nvPr/>
          </p:nvSpPr>
          <p:spPr>
            <a:xfrm rot="1951800">
              <a:off x="4299840" y="5311080"/>
              <a:ext cx="169200" cy="8928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216" h="700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2353;p55"/>
            <p:cNvSpPr/>
            <p:nvPr/>
          </p:nvSpPr>
          <p:spPr>
            <a:xfrm rot="1951800">
              <a:off x="4011120" y="5127120"/>
              <a:ext cx="168840" cy="896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194" h="702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2354;p55"/>
            <p:cNvSpPr/>
            <p:nvPr/>
          </p:nvSpPr>
          <p:spPr>
            <a:xfrm rot="1951800">
              <a:off x="3934440" y="4935960"/>
              <a:ext cx="146880" cy="964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487" h="7546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2355;p55"/>
            <p:cNvSpPr/>
            <p:nvPr/>
          </p:nvSpPr>
          <p:spPr>
            <a:xfrm rot="1951800">
              <a:off x="4518720" y="5306400"/>
              <a:ext cx="141840" cy="964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108" h="7546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2356;p55"/>
            <p:cNvSpPr/>
            <p:nvPr/>
          </p:nvSpPr>
          <p:spPr>
            <a:xfrm rot="1951800">
              <a:off x="4229640" y="512172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0961" h="7527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2357;p55"/>
            <p:cNvSpPr/>
            <p:nvPr/>
          </p:nvSpPr>
          <p:spPr>
            <a:xfrm rot="1951800">
              <a:off x="3646080" y="4749120"/>
              <a:ext cx="138600" cy="964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855" h="7546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2358;p55"/>
            <p:cNvSpPr/>
            <p:nvPr/>
          </p:nvSpPr>
          <p:spPr>
            <a:xfrm rot="1951800">
              <a:off x="3874680" y="5033520"/>
              <a:ext cx="146880" cy="892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1487" h="7001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2359;p55"/>
            <p:cNvSpPr/>
            <p:nvPr/>
          </p:nvSpPr>
          <p:spPr>
            <a:xfrm rot="1951800">
              <a:off x="4458600" y="5403960"/>
              <a:ext cx="141840" cy="896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1087" h="702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2360;p55"/>
            <p:cNvSpPr/>
            <p:nvPr/>
          </p:nvSpPr>
          <p:spPr>
            <a:xfrm rot="1951800">
              <a:off x="4169520" y="5219280"/>
              <a:ext cx="140040" cy="8928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61" h="700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2361;p55"/>
            <p:cNvSpPr/>
            <p:nvPr/>
          </p:nvSpPr>
          <p:spPr>
            <a:xfrm rot="1951800">
              <a:off x="3586320" y="4846680"/>
              <a:ext cx="138600" cy="892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855" h="7001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2362;p55"/>
            <p:cNvSpPr/>
            <p:nvPr/>
          </p:nvSpPr>
          <p:spPr>
            <a:xfrm rot="1951800">
              <a:off x="3243600" y="4865400"/>
              <a:ext cx="1572840" cy="393840"/>
            </a:xfrm>
            <a:custGeom>
              <a:avLst/>
              <a:gdLst>
                <a:gd name="textAreaLeft" fmla="*/ 0 w 1572840"/>
                <a:gd name="textAreaRight" fmla="*/ 1573200 w 157284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22748" h="30762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ECBA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88" name="Rectangle 387"/>
          <p:cNvSpPr/>
          <p:nvPr/>
        </p:nvSpPr>
        <p:spPr>
          <a:xfrm>
            <a:off x="800280" y="1523880"/>
            <a:ext cx="29523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77500" lnSpcReduction="20000"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700" b="1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Introduction</a:t>
            </a:r>
            <a:endParaRPr lang="en-US" sz="47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9" name="Rectangle 388"/>
          <p:cNvSpPr/>
          <p:nvPr/>
        </p:nvSpPr>
        <p:spPr>
          <a:xfrm>
            <a:off x="4572000" y="1085760"/>
            <a:ext cx="3914280" cy="266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i="1" u="none" strike="noStrike" dirty="0" err="1">
                <a:solidFill>
                  <a:srgbClr val="000000"/>
                </a:solidFill>
                <a:effectLst/>
                <a:uFillTx/>
                <a:latin typeface="Delius Swash Caps"/>
              </a:rPr>
              <a:t>AnemiaFusionNet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 is a multimodal framework combining conjunctival images, clinical data, and geographic risk to deliver region-aware anemia detection using transformer-based fusion.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This presentation covers system design, datasets, model components, training strategy, evaluation, and results with a focus on reproducibility and deployment readiness.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F001A3-1A30-6EB4-DE4E-ECAC76A3F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298" y="677643"/>
            <a:ext cx="5274081" cy="3516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90" name="Google Shape;1984;p51"/>
          <p:cNvGrpSpPr/>
          <p:nvPr/>
        </p:nvGrpSpPr>
        <p:grpSpPr>
          <a:xfrm>
            <a:off x="8505597" y="2105280"/>
            <a:ext cx="1693440" cy="857520"/>
            <a:chOff x="7812000" y="2231280"/>
            <a:chExt cx="1693440" cy="857520"/>
          </a:xfrm>
        </p:grpSpPr>
        <p:sp>
          <p:nvSpPr>
            <p:cNvPr id="391" name="Google Shape;1985;p51"/>
            <p:cNvSpPr/>
            <p:nvPr/>
          </p:nvSpPr>
          <p:spPr>
            <a:xfrm>
              <a:off x="7812000" y="2231280"/>
              <a:ext cx="1693440" cy="85752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6448" h="69112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443" dir="1793934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986;p51"/>
            <p:cNvSpPr/>
            <p:nvPr/>
          </p:nvSpPr>
          <p:spPr>
            <a:xfrm>
              <a:off x="7899480" y="2428560"/>
              <a:ext cx="1510560" cy="466920"/>
            </a:xfrm>
            <a:custGeom>
              <a:avLst/>
              <a:gdLst>
                <a:gd name="textAreaLeft" fmla="*/ 0 w 1510560"/>
                <a:gd name="textAreaRight" fmla="*/ 1510920 w 1510560"/>
                <a:gd name="textAreaTop" fmla="*/ 0 h 466920"/>
                <a:gd name="textAreaBottom" fmla="*/ 467280 h 466920"/>
              </a:gdLst>
              <a:ahLst/>
              <a:cxnLst/>
              <a:rect l="textAreaLeft" t="textAreaTop" r="textAreaRight" b="textAreaBottom"/>
              <a:pathLst>
                <a:path w="121104" h="37432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987;p51"/>
            <p:cNvSpPr/>
            <p:nvPr/>
          </p:nvSpPr>
          <p:spPr>
            <a:xfrm>
              <a:off x="7923960" y="2523960"/>
              <a:ext cx="1510920" cy="46512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465120"/>
                <a:gd name="textAreaBottom" fmla="*/ 465480 h 465120"/>
              </a:gdLst>
              <a:ahLst/>
              <a:cxnLst/>
              <a:rect l="textAreaLeft" t="textAreaTop" r="textAreaRight" b="textAreaBottom"/>
              <a:pathLst>
                <a:path w="121147" h="37284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988;p51"/>
            <p:cNvSpPr/>
            <p:nvPr/>
          </p:nvSpPr>
          <p:spPr>
            <a:xfrm>
              <a:off x="7872840" y="2334960"/>
              <a:ext cx="1511280" cy="465480"/>
            </a:xfrm>
            <a:custGeom>
              <a:avLst/>
              <a:gdLst>
                <a:gd name="textAreaLeft" fmla="*/ 0 w 1511280"/>
                <a:gd name="textAreaRight" fmla="*/ 1511640 w 1511280"/>
                <a:gd name="textAreaTop" fmla="*/ 0 h 465480"/>
                <a:gd name="textAreaBottom" fmla="*/ 465840 h 465480"/>
              </a:gdLst>
              <a:ahLst/>
              <a:cxnLst/>
              <a:rect l="textAreaLeft" t="textAreaTop" r="textAreaRight" b="textAreaBottom"/>
              <a:pathLst>
                <a:path w="121168" h="37306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989;p51"/>
            <p:cNvSpPr/>
            <p:nvPr/>
          </p:nvSpPr>
          <p:spPr>
            <a:xfrm>
              <a:off x="7949520" y="2617920"/>
              <a:ext cx="1509480" cy="4359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435960"/>
                <a:gd name="textAreaBottom" fmla="*/ 436320 h 435960"/>
              </a:gdLst>
              <a:ahLst/>
              <a:cxnLst/>
              <a:rect l="textAreaLeft" t="textAreaTop" r="textAreaRight" b="textAreaBottom"/>
              <a:pathLst>
                <a:path w="121020" h="34945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990;p51"/>
            <p:cNvSpPr/>
            <p:nvPr/>
          </p:nvSpPr>
          <p:spPr>
            <a:xfrm>
              <a:off x="7850520" y="2270520"/>
              <a:ext cx="1506240" cy="433800"/>
            </a:xfrm>
            <a:custGeom>
              <a:avLst/>
              <a:gdLst>
                <a:gd name="textAreaLeft" fmla="*/ 0 w 1506240"/>
                <a:gd name="textAreaRight" fmla="*/ 1506600 w 1506240"/>
                <a:gd name="textAreaTop" fmla="*/ 0 h 433800"/>
                <a:gd name="textAreaBottom" fmla="*/ 434160 h 433800"/>
              </a:gdLst>
              <a:ahLst/>
              <a:cxnLst/>
              <a:rect l="textAreaLeft" t="textAreaTop" r="textAreaRight" b="textAreaBottom"/>
              <a:pathLst>
                <a:path w="120767" h="34776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7" name="Google Shape;1991;p51"/>
          <p:cNvGrpSpPr/>
          <p:nvPr/>
        </p:nvGrpSpPr>
        <p:grpSpPr>
          <a:xfrm>
            <a:off x="-635040" y="3283560"/>
            <a:ext cx="1718280" cy="795600"/>
            <a:chOff x="-635040" y="3283560"/>
            <a:chExt cx="1718280" cy="795600"/>
          </a:xfrm>
        </p:grpSpPr>
        <p:sp>
          <p:nvSpPr>
            <p:cNvPr id="398" name="Google Shape;1992;p51"/>
            <p:cNvSpPr/>
            <p:nvPr/>
          </p:nvSpPr>
          <p:spPr>
            <a:xfrm rot="549000">
              <a:off x="-602640" y="3411360"/>
              <a:ext cx="1653480" cy="539640"/>
            </a:xfrm>
            <a:custGeom>
              <a:avLst/>
              <a:gdLst>
                <a:gd name="textAreaLeft" fmla="*/ 0 w 1653480"/>
                <a:gd name="textAreaRight" fmla="*/ 1653840 w 165348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993;p51"/>
            <p:cNvSpPr/>
            <p:nvPr/>
          </p:nvSpPr>
          <p:spPr>
            <a:xfrm rot="549000">
              <a:off x="-414360" y="342288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994;p51"/>
            <p:cNvSpPr/>
            <p:nvPr/>
          </p:nvSpPr>
          <p:spPr>
            <a:xfrm rot="549000">
              <a:off x="614160" y="35388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995;p51"/>
            <p:cNvSpPr/>
            <p:nvPr/>
          </p:nvSpPr>
          <p:spPr>
            <a:xfrm rot="549000">
              <a:off x="-65880" y="346320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996;p51"/>
            <p:cNvSpPr/>
            <p:nvPr/>
          </p:nvSpPr>
          <p:spPr>
            <a:xfrm rot="549000">
              <a:off x="263520" y="349992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997;p51"/>
            <p:cNvSpPr/>
            <p:nvPr/>
          </p:nvSpPr>
          <p:spPr>
            <a:xfrm rot="549000">
              <a:off x="439560" y="3519360"/>
              <a:ext cx="233280" cy="39672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998;p51"/>
            <p:cNvSpPr/>
            <p:nvPr/>
          </p:nvSpPr>
          <p:spPr>
            <a:xfrm rot="549000">
              <a:off x="-239760" y="344304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999;p51"/>
            <p:cNvSpPr/>
            <p:nvPr/>
          </p:nvSpPr>
          <p:spPr>
            <a:xfrm rot="549000">
              <a:off x="110520" y="348192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2000;p51"/>
            <p:cNvSpPr/>
            <p:nvPr/>
          </p:nvSpPr>
          <p:spPr>
            <a:xfrm rot="549000">
              <a:off x="789840" y="355788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2001;p51"/>
            <p:cNvSpPr/>
            <p:nvPr/>
          </p:nvSpPr>
          <p:spPr>
            <a:xfrm rot="549000">
              <a:off x="-558000" y="340632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9" name="Rectangle 408"/>
          <p:cNvSpPr/>
          <p:nvPr/>
        </p:nvSpPr>
        <p:spPr>
          <a:xfrm>
            <a:off x="1047600" y="352440"/>
            <a:ext cx="190476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000000"/>
                </a:solidFill>
                <a:effectLst/>
                <a:uFillTx/>
                <a:latin typeface="Dancing Script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Rectangle 409"/>
          <p:cNvSpPr/>
          <p:nvPr/>
        </p:nvSpPr>
        <p:spPr>
          <a:xfrm>
            <a:off x="857160" y="1247760"/>
            <a:ext cx="323820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System Overview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Rectangle 410"/>
          <p:cNvSpPr/>
          <p:nvPr/>
        </p:nvSpPr>
        <p:spPr>
          <a:xfrm>
            <a:off x="1170707" y="2534040"/>
            <a:ext cx="243182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Complete multimodal pipeline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solidFill>
                <a:srgbClr val="000000"/>
              </a:solidFill>
              <a:latin typeface="Delius Swash Cap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• Three heterogeneous modalities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• Independent feature extraction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• Transformer-based fusion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• Binary anemia prediction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2174;p53"/>
          <p:cNvGrpSpPr/>
          <p:nvPr/>
        </p:nvGrpSpPr>
        <p:grpSpPr>
          <a:xfrm>
            <a:off x="7580880" y="3673440"/>
            <a:ext cx="1002240" cy="934200"/>
            <a:chOff x="7580880" y="3673440"/>
            <a:chExt cx="1002240" cy="934200"/>
          </a:xfrm>
        </p:grpSpPr>
        <p:sp>
          <p:nvSpPr>
            <p:cNvPr id="413" name="Google Shape;2175;p53"/>
            <p:cNvSpPr/>
            <p:nvPr/>
          </p:nvSpPr>
          <p:spPr>
            <a:xfrm>
              <a:off x="7580880" y="3673440"/>
              <a:ext cx="1002240" cy="934200"/>
            </a:xfrm>
            <a:custGeom>
              <a:avLst/>
              <a:gdLst>
                <a:gd name="textAreaLeft" fmla="*/ 0 w 1002240"/>
                <a:gd name="textAreaRight" fmla="*/ 1002600 w 1002240"/>
                <a:gd name="textAreaTop" fmla="*/ 0 h 934200"/>
                <a:gd name="textAreaBottom" fmla="*/ 934560 h 934200"/>
              </a:gdLst>
              <a:ahLst/>
              <a:cxnLst/>
              <a:rect l="textAreaLeft" t="textAreaTop" r="textAreaRight" b="textAreaBottom"/>
              <a:pathLst>
                <a:path w="49258" h="45910">
                  <a:moveTo>
                    <a:pt x="25421" y="1"/>
                  </a:moveTo>
                  <a:cubicBezTo>
                    <a:pt x="15700" y="433"/>
                    <a:pt x="7346" y="6878"/>
                    <a:pt x="4429" y="16132"/>
                  </a:cubicBezTo>
                  <a:cubicBezTo>
                    <a:pt x="4429" y="16204"/>
                    <a:pt x="4393" y="16276"/>
                    <a:pt x="4393" y="16384"/>
                  </a:cubicBezTo>
                  <a:cubicBezTo>
                    <a:pt x="1" y="31075"/>
                    <a:pt x="10983" y="45873"/>
                    <a:pt x="26358" y="45909"/>
                  </a:cubicBezTo>
                  <a:lnTo>
                    <a:pt x="26322" y="45873"/>
                  </a:lnTo>
                  <a:lnTo>
                    <a:pt x="26322" y="45873"/>
                  </a:lnTo>
                  <a:cubicBezTo>
                    <a:pt x="26354" y="45874"/>
                    <a:pt x="26387" y="45874"/>
                    <a:pt x="26420" y="45874"/>
                  </a:cubicBezTo>
                  <a:cubicBezTo>
                    <a:pt x="34699" y="45874"/>
                    <a:pt x="42325" y="41344"/>
                    <a:pt x="46377" y="34099"/>
                  </a:cubicBezTo>
                  <a:cubicBezTo>
                    <a:pt x="46485" y="33955"/>
                    <a:pt x="46593" y="33811"/>
                    <a:pt x="46665" y="33667"/>
                  </a:cubicBezTo>
                  <a:cubicBezTo>
                    <a:pt x="48358" y="30355"/>
                    <a:pt x="49258" y="26718"/>
                    <a:pt x="49258" y="23045"/>
                  </a:cubicBezTo>
                  <a:lnTo>
                    <a:pt x="49258" y="22973"/>
                  </a:lnTo>
                  <a:cubicBezTo>
                    <a:pt x="49258" y="16780"/>
                    <a:pt x="46773" y="10875"/>
                    <a:pt x="42381" y="6590"/>
                  </a:cubicBezTo>
                  <a:lnTo>
                    <a:pt x="42237" y="6446"/>
                  </a:lnTo>
                  <a:cubicBezTo>
                    <a:pt x="42165" y="6374"/>
                    <a:pt x="42093" y="6338"/>
                    <a:pt x="42021" y="6266"/>
                  </a:cubicBezTo>
                  <a:cubicBezTo>
                    <a:pt x="41300" y="5582"/>
                    <a:pt x="40544" y="4970"/>
                    <a:pt x="39788" y="4358"/>
                  </a:cubicBezTo>
                  <a:cubicBezTo>
                    <a:pt x="39680" y="4322"/>
                    <a:pt x="39608" y="4250"/>
                    <a:pt x="39536" y="4214"/>
                  </a:cubicBezTo>
                  <a:cubicBezTo>
                    <a:pt x="35683" y="1477"/>
                    <a:pt x="31074" y="37"/>
                    <a:pt x="26322" y="37"/>
                  </a:cubicBezTo>
                  <a:lnTo>
                    <a:pt x="25961" y="37"/>
                  </a:lnTo>
                  <a:cubicBezTo>
                    <a:pt x="25817" y="1"/>
                    <a:pt x="25673" y="1"/>
                    <a:pt x="255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75967" dir="2884399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2176;p53"/>
            <p:cNvSpPr/>
            <p:nvPr/>
          </p:nvSpPr>
          <p:spPr>
            <a:xfrm>
              <a:off x="7597080" y="3722040"/>
              <a:ext cx="932760" cy="826560"/>
            </a:xfrm>
            <a:custGeom>
              <a:avLst/>
              <a:gdLst>
                <a:gd name="textAreaLeft" fmla="*/ 0 w 932760"/>
                <a:gd name="textAreaRight" fmla="*/ 933120 w 932760"/>
                <a:gd name="textAreaTop" fmla="*/ 0 h 826560"/>
                <a:gd name="textAreaBottom" fmla="*/ 826920 h 826560"/>
              </a:gdLst>
              <a:ahLst/>
              <a:cxnLst/>
              <a:rect l="textAreaLeft" t="textAreaTop" r="textAreaRight" b="textAreaBottom"/>
              <a:pathLst>
                <a:path w="45838" h="40619">
                  <a:moveTo>
                    <a:pt x="24665" y="0"/>
                  </a:moveTo>
                  <a:cubicBezTo>
                    <a:pt x="9038" y="649"/>
                    <a:pt x="1" y="17932"/>
                    <a:pt x="8354" y="31146"/>
                  </a:cubicBezTo>
                  <a:cubicBezTo>
                    <a:pt x="12350" y="37494"/>
                    <a:pt x="18929" y="40618"/>
                    <a:pt x="25499" y="40618"/>
                  </a:cubicBezTo>
                  <a:cubicBezTo>
                    <a:pt x="32605" y="40618"/>
                    <a:pt x="39699" y="36963"/>
                    <a:pt x="43497" y="29778"/>
                  </a:cubicBezTo>
                  <a:cubicBezTo>
                    <a:pt x="43533" y="29706"/>
                    <a:pt x="43569" y="29634"/>
                    <a:pt x="43605" y="29562"/>
                  </a:cubicBezTo>
                  <a:cubicBezTo>
                    <a:pt x="43641" y="29454"/>
                    <a:pt x="43713" y="29346"/>
                    <a:pt x="43749" y="29238"/>
                  </a:cubicBezTo>
                  <a:cubicBezTo>
                    <a:pt x="45117" y="26465"/>
                    <a:pt x="45837" y="23405"/>
                    <a:pt x="45837" y="20308"/>
                  </a:cubicBezTo>
                  <a:cubicBezTo>
                    <a:pt x="45837" y="9074"/>
                    <a:pt x="36728" y="0"/>
                    <a:pt x="2553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2177;p53"/>
            <p:cNvSpPr/>
            <p:nvPr/>
          </p:nvSpPr>
          <p:spPr>
            <a:xfrm>
              <a:off x="7721640" y="3721320"/>
              <a:ext cx="470160" cy="783360"/>
            </a:xfrm>
            <a:custGeom>
              <a:avLst/>
              <a:gdLst>
                <a:gd name="textAreaLeft" fmla="*/ 0 w 470160"/>
                <a:gd name="textAreaRight" fmla="*/ 470520 w 470160"/>
                <a:gd name="textAreaTop" fmla="*/ 0 h 783360"/>
                <a:gd name="textAreaBottom" fmla="*/ 783720 h 783360"/>
              </a:gdLst>
              <a:ahLst/>
              <a:cxnLst/>
              <a:rect l="textAreaLeft" t="textAreaTop" r="textAreaRight" b="textAreaBottom"/>
              <a:pathLst>
                <a:path w="23118" h="38507">
                  <a:moveTo>
                    <a:pt x="18580" y="0"/>
                  </a:moveTo>
                  <a:cubicBezTo>
                    <a:pt x="9975" y="360"/>
                    <a:pt x="2557" y="6086"/>
                    <a:pt x="1" y="14295"/>
                  </a:cubicBezTo>
                  <a:lnTo>
                    <a:pt x="3962" y="17212"/>
                  </a:lnTo>
                  <a:cubicBezTo>
                    <a:pt x="5078" y="18040"/>
                    <a:pt x="6302" y="18904"/>
                    <a:pt x="7670" y="18940"/>
                  </a:cubicBezTo>
                  <a:cubicBezTo>
                    <a:pt x="8270" y="18940"/>
                    <a:pt x="8903" y="18796"/>
                    <a:pt x="9503" y="18796"/>
                  </a:cubicBezTo>
                  <a:cubicBezTo>
                    <a:pt x="9803" y="18796"/>
                    <a:pt x="10095" y="18832"/>
                    <a:pt x="10371" y="18940"/>
                  </a:cubicBezTo>
                  <a:cubicBezTo>
                    <a:pt x="11415" y="19336"/>
                    <a:pt x="11883" y="20668"/>
                    <a:pt x="11739" y="21784"/>
                  </a:cubicBezTo>
                  <a:cubicBezTo>
                    <a:pt x="11595" y="22901"/>
                    <a:pt x="11019" y="23909"/>
                    <a:pt x="10659" y="24989"/>
                  </a:cubicBezTo>
                  <a:cubicBezTo>
                    <a:pt x="9903" y="27149"/>
                    <a:pt x="9903" y="29634"/>
                    <a:pt x="11055" y="31614"/>
                  </a:cubicBezTo>
                  <a:cubicBezTo>
                    <a:pt x="12495" y="34027"/>
                    <a:pt x="15268" y="35179"/>
                    <a:pt x="17896" y="36187"/>
                  </a:cubicBezTo>
                  <a:cubicBezTo>
                    <a:pt x="18652" y="36403"/>
                    <a:pt x="19337" y="36763"/>
                    <a:pt x="19877" y="37303"/>
                  </a:cubicBezTo>
                  <a:cubicBezTo>
                    <a:pt x="20201" y="37663"/>
                    <a:pt x="20417" y="38131"/>
                    <a:pt x="20849" y="38383"/>
                  </a:cubicBezTo>
                  <a:cubicBezTo>
                    <a:pt x="20979" y="38466"/>
                    <a:pt x="21143" y="38506"/>
                    <a:pt x="21308" y="38506"/>
                  </a:cubicBezTo>
                  <a:cubicBezTo>
                    <a:pt x="21644" y="38506"/>
                    <a:pt x="21977" y="38338"/>
                    <a:pt x="22001" y="38023"/>
                  </a:cubicBezTo>
                  <a:cubicBezTo>
                    <a:pt x="20957" y="36691"/>
                    <a:pt x="20849" y="34855"/>
                    <a:pt x="21209" y="33199"/>
                  </a:cubicBezTo>
                  <a:cubicBezTo>
                    <a:pt x="21569" y="31542"/>
                    <a:pt x="22361" y="30030"/>
                    <a:pt x="22937" y="28446"/>
                  </a:cubicBezTo>
                  <a:cubicBezTo>
                    <a:pt x="23045" y="28158"/>
                    <a:pt x="23117" y="27834"/>
                    <a:pt x="23081" y="27509"/>
                  </a:cubicBezTo>
                  <a:cubicBezTo>
                    <a:pt x="23009" y="27185"/>
                    <a:pt x="22865" y="26897"/>
                    <a:pt x="22649" y="26681"/>
                  </a:cubicBezTo>
                  <a:cubicBezTo>
                    <a:pt x="21965" y="25925"/>
                    <a:pt x="21137" y="25313"/>
                    <a:pt x="20201" y="24953"/>
                  </a:cubicBezTo>
                  <a:cubicBezTo>
                    <a:pt x="20813" y="23837"/>
                    <a:pt x="19769" y="22433"/>
                    <a:pt x="18544" y="21964"/>
                  </a:cubicBezTo>
                  <a:cubicBezTo>
                    <a:pt x="17356" y="21496"/>
                    <a:pt x="15988" y="21496"/>
                    <a:pt x="14872" y="20848"/>
                  </a:cubicBezTo>
                  <a:cubicBezTo>
                    <a:pt x="14692" y="20776"/>
                    <a:pt x="14512" y="20632"/>
                    <a:pt x="14404" y="20452"/>
                  </a:cubicBezTo>
                  <a:cubicBezTo>
                    <a:pt x="14260" y="20092"/>
                    <a:pt x="14296" y="19696"/>
                    <a:pt x="14512" y="19372"/>
                  </a:cubicBezTo>
                  <a:cubicBezTo>
                    <a:pt x="15520" y="17284"/>
                    <a:pt x="17752" y="16095"/>
                    <a:pt x="19949" y="15375"/>
                  </a:cubicBezTo>
                  <a:cubicBezTo>
                    <a:pt x="20417" y="15267"/>
                    <a:pt x="20885" y="15051"/>
                    <a:pt x="21281" y="14727"/>
                  </a:cubicBezTo>
                  <a:cubicBezTo>
                    <a:pt x="21821" y="14259"/>
                    <a:pt x="21929" y="13467"/>
                    <a:pt x="21965" y="12747"/>
                  </a:cubicBezTo>
                  <a:cubicBezTo>
                    <a:pt x="22073" y="11342"/>
                    <a:pt x="22001" y="9974"/>
                    <a:pt x="21821" y="8570"/>
                  </a:cubicBezTo>
                  <a:cubicBezTo>
                    <a:pt x="21461" y="6122"/>
                    <a:pt x="20669" y="3745"/>
                    <a:pt x="19517" y="1585"/>
                  </a:cubicBezTo>
                  <a:cubicBezTo>
                    <a:pt x="19229" y="1045"/>
                    <a:pt x="18904" y="504"/>
                    <a:pt x="1858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2178;p53"/>
            <p:cNvSpPr/>
            <p:nvPr/>
          </p:nvSpPr>
          <p:spPr>
            <a:xfrm>
              <a:off x="8259480" y="3799440"/>
              <a:ext cx="270000" cy="61452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614520"/>
                <a:gd name="textAreaBottom" fmla="*/ 614880 h 614520"/>
              </a:gdLst>
              <a:ahLst/>
              <a:cxnLst/>
              <a:rect l="textAreaLeft" t="textAreaTop" r="textAreaRight" b="textAreaBottom"/>
              <a:pathLst>
                <a:path w="13288" h="30201">
                  <a:moveTo>
                    <a:pt x="4898" y="0"/>
                  </a:moveTo>
                  <a:lnTo>
                    <a:pt x="4466" y="288"/>
                  </a:lnTo>
                  <a:cubicBezTo>
                    <a:pt x="3638" y="828"/>
                    <a:pt x="2845" y="1404"/>
                    <a:pt x="2161" y="2052"/>
                  </a:cubicBezTo>
                  <a:cubicBezTo>
                    <a:pt x="793" y="3385"/>
                    <a:pt x="1" y="5761"/>
                    <a:pt x="1333" y="7093"/>
                  </a:cubicBezTo>
                  <a:cubicBezTo>
                    <a:pt x="2485" y="8282"/>
                    <a:pt x="4790" y="8318"/>
                    <a:pt x="5186" y="9902"/>
                  </a:cubicBezTo>
                  <a:cubicBezTo>
                    <a:pt x="5402" y="10838"/>
                    <a:pt x="4754" y="11738"/>
                    <a:pt x="4214" y="12566"/>
                  </a:cubicBezTo>
                  <a:cubicBezTo>
                    <a:pt x="3674" y="13359"/>
                    <a:pt x="3241" y="14475"/>
                    <a:pt x="3818" y="15267"/>
                  </a:cubicBezTo>
                  <a:cubicBezTo>
                    <a:pt x="3998" y="15483"/>
                    <a:pt x="4250" y="15699"/>
                    <a:pt x="4466" y="15879"/>
                  </a:cubicBezTo>
                  <a:cubicBezTo>
                    <a:pt x="5690" y="16959"/>
                    <a:pt x="5942" y="18868"/>
                    <a:pt x="5474" y="20452"/>
                  </a:cubicBezTo>
                  <a:cubicBezTo>
                    <a:pt x="5042" y="22036"/>
                    <a:pt x="4070" y="23368"/>
                    <a:pt x="3169" y="24773"/>
                  </a:cubicBezTo>
                  <a:cubicBezTo>
                    <a:pt x="2305" y="26177"/>
                    <a:pt x="1513" y="27689"/>
                    <a:pt x="1477" y="29346"/>
                  </a:cubicBezTo>
                  <a:cubicBezTo>
                    <a:pt x="1441" y="29562"/>
                    <a:pt x="1513" y="29778"/>
                    <a:pt x="1621" y="29958"/>
                  </a:cubicBezTo>
                  <a:cubicBezTo>
                    <a:pt x="1747" y="30138"/>
                    <a:pt x="1945" y="30201"/>
                    <a:pt x="2161" y="30201"/>
                  </a:cubicBezTo>
                  <a:cubicBezTo>
                    <a:pt x="2377" y="30201"/>
                    <a:pt x="2611" y="30138"/>
                    <a:pt x="2809" y="30066"/>
                  </a:cubicBezTo>
                  <a:cubicBezTo>
                    <a:pt x="4034" y="29598"/>
                    <a:pt x="5150" y="28877"/>
                    <a:pt x="6050" y="27941"/>
                  </a:cubicBezTo>
                  <a:cubicBezTo>
                    <a:pt x="6518" y="27401"/>
                    <a:pt x="7058" y="26933"/>
                    <a:pt x="7634" y="26573"/>
                  </a:cubicBezTo>
                  <a:cubicBezTo>
                    <a:pt x="8246" y="26285"/>
                    <a:pt x="8895" y="26141"/>
                    <a:pt x="9579" y="26105"/>
                  </a:cubicBezTo>
                  <a:cubicBezTo>
                    <a:pt x="10047" y="26069"/>
                    <a:pt x="10515" y="26033"/>
                    <a:pt x="11019" y="25961"/>
                  </a:cubicBezTo>
                  <a:cubicBezTo>
                    <a:pt x="12531" y="23044"/>
                    <a:pt x="13287" y="19804"/>
                    <a:pt x="13287" y="16527"/>
                  </a:cubicBezTo>
                  <a:cubicBezTo>
                    <a:pt x="13287" y="10010"/>
                    <a:pt x="10191" y="3853"/>
                    <a:pt x="48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7" name="Google Shape;2179;p53"/>
          <p:cNvGrpSpPr/>
          <p:nvPr/>
        </p:nvGrpSpPr>
        <p:grpSpPr>
          <a:xfrm>
            <a:off x="-562320" y="3865680"/>
            <a:ext cx="1564920" cy="996120"/>
            <a:chOff x="-562320" y="3865680"/>
            <a:chExt cx="1564920" cy="996120"/>
          </a:xfrm>
        </p:grpSpPr>
        <p:sp>
          <p:nvSpPr>
            <p:cNvPr id="418" name="Google Shape;2180;p53"/>
            <p:cNvSpPr/>
            <p:nvPr/>
          </p:nvSpPr>
          <p:spPr>
            <a:xfrm rot="1283400">
              <a:off x="-524520" y="4120560"/>
              <a:ext cx="1490040" cy="48636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486360"/>
                <a:gd name="textAreaBottom" fmla="*/ 486720 h 48636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2181;p53"/>
            <p:cNvSpPr/>
            <p:nvPr/>
          </p:nvSpPr>
          <p:spPr>
            <a:xfrm rot="1283400">
              <a:off x="-333000" y="4032000"/>
              <a:ext cx="207720" cy="358200"/>
            </a:xfrm>
            <a:custGeom>
              <a:avLst/>
              <a:gdLst>
                <a:gd name="textAreaLeft" fmla="*/ 0 w 207720"/>
                <a:gd name="textAreaRight" fmla="*/ 208080 w 20772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2182;p53"/>
            <p:cNvSpPr/>
            <p:nvPr/>
          </p:nvSpPr>
          <p:spPr>
            <a:xfrm rot="1283400">
              <a:off x="550440" y="4331160"/>
              <a:ext cx="210600" cy="35712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7120"/>
                <a:gd name="textAreaBottom" fmla="*/ 357480 h 35712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2183;p53"/>
            <p:cNvSpPr/>
            <p:nvPr/>
          </p:nvSpPr>
          <p:spPr>
            <a:xfrm rot="1283400">
              <a:off x="-33480" y="4134600"/>
              <a:ext cx="210600" cy="3567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2184;p53"/>
            <p:cNvSpPr/>
            <p:nvPr/>
          </p:nvSpPr>
          <p:spPr>
            <a:xfrm rot="1283400">
              <a:off x="249480" y="4230000"/>
              <a:ext cx="210600" cy="3567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2185;p53"/>
            <p:cNvSpPr/>
            <p:nvPr/>
          </p:nvSpPr>
          <p:spPr>
            <a:xfrm rot="1283400">
              <a:off x="400680" y="4280400"/>
              <a:ext cx="210240" cy="35748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2186;p53"/>
            <p:cNvSpPr/>
            <p:nvPr/>
          </p:nvSpPr>
          <p:spPr>
            <a:xfrm rot="1283400">
              <a:off x="-182520" y="4083840"/>
              <a:ext cx="209520" cy="356760"/>
            </a:xfrm>
            <a:custGeom>
              <a:avLst/>
              <a:gdLst>
                <a:gd name="textAreaLeft" fmla="*/ 0 w 209520"/>
                <a:gd name="textAreaRight" fmla="*/ 209880 w 20952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2187;p53"/>
            <p:cNvSpPr/>
            <p:nvPr/>
          </p:nvSpPr>
          <p:spPr>
            <a:xfrm rot="1283400">
              <a:off x="118440" y="4182480"/>
              <a:ext cx="190800" cy="356400"/>
            </a:xfrm>
            <a:custGeom>
              <a:avLst/>
              <a:gdLst>
                <a:gd name="textAreaLeft" fmla="*/ 0 w 190800"/>
                <a:gd name="textAreaRight" fmla="*/ 191160 w 190800"/>
                <a:gd name="textAreaTop" fmla="*/ 0 h 356400"/>
                <a:gd name="textAreaBottom" fmla="*/ 356760 h 35640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2188;p53"/>
            <p:cNvSpPr/>
            <p:nvPr/>
          </p:nvSpPr>
          <p:spPr>
            <a:xfrm rot="1283400">
              <a:off x="702000" y="4379400"/>
              <a:ext cx="193320" cy="35676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2189;p53"/>
            <p:cNvSpPr/>
            <p:nvPr/>
          </p:nvSpPr>
          <p:spPr>
            <a:xfrm rot="1283400">
              <a:off x="-455760" y="3987360"/>
              <a:ext cx="178920" cy="35784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36" name="Google Shape;2198;p53"/>
          <p:cNvGrpSpPr/>
          <p:nvPr/>
        </p:nvGrpSpPr>
        <p:grpSpPr>
          <a:xfrm>
            <a:off x="8315280" y="193320"/>
            <a:ext cx="1706400" cy="731880"/>
            <a:chOff x="8315280" y="193320"/>
            <a:chExt cx="1706400" cy="731880"/>
          </a:xfrm>
        </p:grpSpPr>
        <p:sp>
          <p:nvSpPr>
            <p:cNvPr id="437" name="Google Shape;2199;p53"/>
            <p:cNvSpPr/>
            <p:nvPr/>
          </p:nvSpPr>
          <p:spPr>
            <a:xfrm rot="21049200">
              <a:off x="8342280" y="321840"/>
              <a:ext cx="1652040" cy="474480"/>
            </a:xfrm>
            <a:custGeom>
              <a:avLst/>
              <a:gdLst>
                <a:gd name="textAreaLeft" fmla="*/ 0 w 1652040"/>
                <a:gd name="textAreaRight" fmla="*/ 1652400 w 165204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128944" h="37053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56972" dir="2992196" algn="bl" rotWithShape="0">
                <a:schemeClr val="dk1">
                  <a:alpha val="79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2200;p53"/>
            <p:cNvSpPr/>
            <p:nvPr/>
          </p:nvSpPr>
          <p:spPr>
            <a:xfrm rot="21049200">
              <a:off x="8408880" y="677160"/>
              <a:ext cx="1570680" cy="75960"/>
            </a:xfrm>
            <a:custGeom>
              <a:avLst/>
              <a:gdLst>
                <a:gd name="textAreaLeft" fmla="*/ 0 w 1570680"/>
                <a:gd name="textAreaRight" fmla="*/ 1571040 w 15706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22605" h="5968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2201;p53"/>
            <p:cNvSpPr/>
            <p:nvPr/>
          </p:nvSpPr>
          <p:spPr>
            <a:xfrm rot="21049200">
              <a:off x="8485920" y="45684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2202;p53"/>
            <p:cNvSpPr/>
            <p:nvPr/>
          </p:nvSpPr>
          <p:spPr>
            <a:xfrm rot="21049200">
              <a:off x="8824320" y="40212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2203;p53"/>
            <p:cNvSpPr/>
            <p:nvPr/>
          </p:nvSpPr>
          <p:spPr>
            <a:xfrm rot="21049200">
              <a:off x="9170640" y="34632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4" h="5944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2204;p53"/>
            <p:cNvSpPr/>
            <p:nvPr/>
          </p:nvSpPr>
          <p:spPr>
            <a:xfrm rot="21049200">
              <a:off x="9509040" y="29160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5" h="5944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2205;p53"/>
            <p:cNvSpPr/>
            <p:nvPr/>
          </p:nvSpPr>
          <p:spPr>
            <a:xfrm rot="21049200">
              <a:off x="9009360" y="374400"/>
              <a:ext cx="146880" cy="759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487" h="5944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2206;p53"/>
            <p:cNvSpPr/>
            <p:nvPr/>
          </p:nvSpPr>
          <p:spPr>
            <a:xfrm rot="21049200">
              <a:off x="9693000" y="264240"/>
              <a:ext cx="141840" cy="759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108" h="5944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2207;p53"/>
            <p:cNvSpPr/>
            <p:nvPr/>
          </p:nvSpPr>
          <p:spPr>
            <a:xfrm rot="21049200">
              <a:off x="9354600" y="318960"/>
              <a:ext cx="140040" cy="759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961" h="5944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2208;p53"/>
            <p:cNvSpPr/>
            <p:nvPr/>
          </p:nvSpPr>
          <p:spPr>
            <a:xfrm rot="21049200">
              <a:off x="8671320" y="429480"/>
              <a:ext cx="138600" cy="7596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834" h="5944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2209;p53"/>
            <p:cNvSpPr/>
            <p:nvPr/>
          </p:nvSpPr>
          <p:spPr>
            <a:xfrm rot="21049200">
              <a:off x="8384760" y="574200"/>
              <a:ext cx="104760" cy="964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8200" h="7546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2210;p53"/>
            <p:cNvSpPr/>
            <p:nvPr/>
          </p:nvSpPr>
          <p:spPr>
            <a:xfrm rot="21049200">
              <a:off x="8402400" y="687600"/>
              <a:ext cx="104760" cy="896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8200" h="702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2211;p53"/>
            <p:cNvSpPr/>
            <p:nvPr/>
          </p:nvSpPr>
          <p:spPr>
            <a:xfrm rot="21049200">
              <a:off x="8367840" y="480960"/>
              <a:ext cx="104760" cy="7596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8200" h="5965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2212;p53"/>
            <p:cNvSpPr/>
            <p:nvPr/>
          </p:nvSpPr>
          <p:spPr>
            <a:xfrm rot="21049200">
              <a:off x="9866160" y="337320"/>
              <a:ext cx="69120" cy="95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418" h="7507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2213;p53"/>
            <p:cNvSpPr/>
            <p:nvPr/>
          </p:nvSpPr>
          <p:spPr>
            <a:xfrm rot="21049200">
              <a:off x="9884160" y="450720"/>
              <a:ext cx="69120" cy="8928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5418" h="700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2214;p53"/>
            <p:cNvSpPr/>
            <p:nvPr/>
          </p:nvSpPr>
          <p:spPr>
            <a:xfrm rot="21049200">
              <a:off x="9849600" y="244440"/>
              <a:ext cx="69120" cy="75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5418" h="5944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2215;p53"/>
            <p:cNvSpPr/>
            <p:nvPr/>
          </p:nvSpPr>
          <p:spPr>
            <a:xfrm rot="21049200">
              <a:off x="8502840" y="549720"/>
              <a:ext cx="170640" cy="964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342" h="7546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2216;p53"/>
            <p:cNvSpPr/>
            <p:nvPr/>
          </p:nvSpPr>
          <p:spPr>
            <a:xfrm rot="21049200">
              <a:off x="8841240" y="495000"/>
              <a:ext cx="170280" cy="9612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3321" h="7525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2217;p53"/>
            <p:cNvSpPr/>
            <p:nvPr/>
          </p:nvSpPr>
          <p:spPr>
            <a:xfrm rot="21049200">
              <a:off x="9525960" y="38412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195" h="7546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2218;p53"/>
            <p:cNvSpPr/>
            <p:nvPr/>
          </p:nvSpPr>
          <p:spPr>
            <a:xfrm rot="21049200">
              <a:off x="9187560" y="43920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215" h="7546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2219;p53"/>
            <p:cNvSpPr/>
            <p:nvPr/>
          </p:nvSpPr>
          <p:spPr>
            <a:xfrm rot="21049200">
              <a:off x="8858880" y="608760"/>
              <a:ext cx="170640" cy="892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42" h="6999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2220;p53"/>
            <p:cNvSpPr/>
            <p:nvPr/>
          </p:nvSpPr>
          <p:spPr>
            <a:xfrm rot="21049200">
              <a:off x="8520480" y="663120"/>
              <a:ext cx="170640" cy="89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342" h="702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2221;p53"/>
            <p:cNvSpPr/>
            <p:nvPr/>
          </p:nvSpPr>
          <p:spPr>
            <a:xfrm rot="21049200">
              <a:off x="9543600" y="497880"/>
              <a:ext cx="168840" cy="892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216" h="700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2222;p53"/>
            <p:cNvSpPr/>
            <p:nvPr/>
          </p:nvSpPr>
          <p:spPr>
            <a:xfrm rot="21049200">
              <a:off x="9205560" y="552240"/>
              <a:ext cx="168840" cy="896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194" h="702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2223;p53"/>
            <p:cNvSpPr/>
            <p:nvPr/>
          </p:nvSpPr>
          <p:spPr>
            <a:xfrm rot="21049200">
              <a:off x="9026280" y="467280"/>
              <a:ext cx="146880" cy="964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487" h="7546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2224;p53"/>
            <p:cNvSpPr/>
            <p:nvPr/>
          </p:nvSpPr>
          <p:spPr>
            <a:xfrm rot="21049200">
              <a:off x="9709200" y="356760"/>
              <a:ext cx="141840" cy="964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108" h="7546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2225;p53"/>
            <p:cNvSpPr/>
            <p:nvPr/>
          </p:nvSpPr>
          <p:spPr>
            <a:xfrm rot="21049200">
              <a:off x="9371160" y="41184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0961" h="7527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2226;p53"/>
            <p:cNvSpPr/>
            <p:nvPr/>
          </p:nvSpPr>
          <p:spPr>
            <a:xfrm rot="21049200">
              <a:off x="8687880" y="522360"/>
              <a:ext cx="138600" cy="964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855" h="7546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2227;p53"/>
            <p:cNvSpPr/>
            <p:nvPr/>
          </p:nvSpPr>
          <p:spPr>
            <a:xfrm rot="21049200">
              <a:off x="9044280" y="580320"/>
              <a:ext cx="146880" cy="892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1487" h="7001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2228;p53"/>
            <p:cNvSpPr/>
            <p:nvPr/>
          </p:nvSpPr>
          <p:spPr>
            <a:xfrm rot="21049200">
              <a:off x="9727200" y="470160"/>
              <a:ext cx="141840" cy="896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1087" h="702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2229;p53"/>
            <p:cNvSpPr/>
            <p:nvPr/>
          </p:nvSpPr>
          <p:spPr>
            <a:xfrm rot="21049200">
              <a:off x="9389160" y="525600"/>
              <a:ext cx="140040" cy="8928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61" h="700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2230;p53"/>
            <p:cNvSpPr/>
            <p:nvPr/>
          </p:nvSpPr>
          <p:spPr>
            <a:xfrm rot="21049200">
              <a:off x="8705520" y="635760"/>
              <a:ext cx="138600" cy="892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855" h="7001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2231;p53"/>
            <p:cNvSpPr/>
            <p:nvPr/>
          </p:nvSpPr>
          <p:spPr>
            <a:xfrm rot="21049200">
              <a:off x="8381880" y="362520"/>
              <a:ext cx="1572840" cy="393840"/>
            </a:xfrm>
            <a:custGeom>
              <a:avLst/>
              <a:gdLst>
                <a:gd name="textAreaLeft" fmla="*/ 0 w 1572840"/>
                <a:gd name="textAreaRight" fmla="*/ 1573200 w 157284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22748" h="30762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ECBA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0" name="Rectangle 469"/>
          <p:cNvSpPr/>
          <p:nvPr/>
        </p:nvSpPr>
        <p:spPr>
          <a:xfrm>
            <a:off x="2209680" y="809640"/>
            <a:ext cx="39715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rgbClr val="212529"/>
                </a:solidFill>
                <a:effectLst/>
                <a:uFillTx/>
                <a:latin typeface="Dancing Script"/>
              </a:rPr>
              <a:t>Data Inputs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" name="Google Shape;2190;p53">
            <a:extLst>
              <a:ext uri="{FF2B5EF4-FFF2-40B4-BE49-F238E27FC236}">
                <a16:creationId xmlns:a16="http://schemas.microsoft.com/office/drawing/2014/main" id="{1225A0AC-6B63-488D-6D46-CFC9FB9AE778}"/>
              </a:ext>
            </a:extLst>
          </p:cNvPr>
          <p:cNvGrpSpPr/>
          <p:nvPr/>
        </p:nvGrpSpPr>
        <p:grpSpPr>
          <a:xfrm rot="20864818">
            <a:off x="5754442" y="1821203"/>
            <a:ext cx="2013717" cy="2027520"/>
            <a:chOff x="6321363" y="860400"/>
            <a:chExt cx="2013717" cy="2027520"/>
          </a:xfrm>
        </p:grpSpPr>
        <p:grpSp>
          <p:nvGrpSpPr>
            <p:cNvPr id="3" name="Google Shape;2191;p53">
              <a:extLst>
                <a:ext uri="{FF2B5EF4-FFF2-40B4-BE49-F238E27FC236}">
                  <a16:creationId xmlns:a16="http://schemas.microsoft.com/office/drawing/2014/main" id="{FE72F71D-2671-6BD3-A93C-1B070BB8103A}"/>
                </a:ext>
              </a:extLst>
            </p:cNvPr>
            <p:cNvGrpSpPr/>
            <p:nvPr/>
          </p:nvGrpSpPr>
          <p:grpSpPr>
            <a:xfrm>
              <a:off x="6321363" y="860400"/>
              <a:ext cx="2013717" cy="2027520"/>
              <a:chOff x="6321363" y="860400"/>
              <a:chExt cx="2013717" cy="2027520"/>
            </a:xfrm>
          </p:grpSpPr>
          <p:sp>
            <p:nvSpPr>
              <p:cNvPr id="6" name="Google Shape;2192;p53">
                <a:extLst>
                  <a:ext uri="{FF2B5EF4-FFF2-40B4-BE49-F238E27FC236}">
                    <a16:creationId xmlns:a16="http://schemas.microsoft.com/office/drawing/2014/main" id="{698384BE-4E8B-3504-A527-3D43477D935F}"/>
                  </a:ext>
                </a:extLst>
              </p:cNvPr>
              <p:cNvSpPr/>
              <p:nvPr/>
            </p:nvSpPr>
            <p:spPr>
              <a:xfrm rot="822000">
                <a:off x="6350760" y="1030320"/>
                <a:ext cx="1846800" cy="1857600"/>
              </a:xfrm>
              <a:custGeom>
                <a:avLst/>
                <a:gdLst>
                  <a:gd name="textAreaLeft" fmla="*/ 0 w 1846800"/>
                  <a:gd name="textAreaRight" fmla="*/ 1847160 w 1846800"/>
                  <a:gd name="textAreaTop" fmla="*/ 0 h 1857600"/>
                  <a:gd name="textAreaBottom" fmla="*/ 1857960 h 1857600"/>
                </a:gdLst>
                <a:ahLst/>
                <a:cxnLst/>
                <a:rect l="textAreaLeft" t="textAreaTop" r="textAreaRight" b="textAreaBottom"/>
                <a:pathLst>
                  <a:path w="65845" h="66229">
                    <a:moveTo>
                      <a:pt x="2974" y="1"/>
                    </a:moveTo>
                    <a:cubicBezTo>
                      <a:pt x="1308" y="1"/>
                      <a:pt x="1" y="1385"/>
                      <a:pt x="52" y="3051"/>
                    </a:cubicBezTo>
                    <a:lnTo>
                      <a:pt x="1359" y="63179"/>
                    </a:lnTo>
                    <a:cubicBezTo>
                      <a:pt x="1385" y="64845"/>
                      <a:pt x="2718" y="66203"/>
                      <a:pt x="4409" y="66229"/>
                    </a:cubicBezTo>
                    <a:lnTo>
                      <a:pt x="62846" y="66229"/>
                    </a:lnTo>
                    <a:cubicBezTo>
                      <a:pt x="64512" y="66229"/>
                      <a:pt x="65845" y="64819"/>
                      <a:pt x="65768" y="63179"/>
                    </a:cubicBezTo>
                    <a:lnTo>
                      <a:pt x="64460" y="3051"/>
                    </a:lnTo>
                    <a:cubicBezTo>
                      <a:pt x="64435" y="1385"/>
                      <a:pt x="63102" y="26"/>
                      <a:pt x="61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2193;p53">
                <a:extLst>
                  <a:ext uri="{FF2B5EF4-FFF2-40B4-BE49-F238E27FC236}">
                    <a16:creationId xmlns:a16="http://schemas.microsoft.com/office/drawing/2014/main" id="{97EA756F-0122-F4C6-1621-73DD859B8B8C}"/>
                  </a:ext>
                </a:extLst>
              </p:cNvPr>
              <p:cNvSpPr/>
              <p:nvPr/>
            </p:nvSpPr>
            <p:spPr>
              <a:xfrm rot="822000">
                <a:off x="6321363" y="1238409"/>
                <a:ext cx="1806480" cy="1604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1604520"/>
                  <a:gd name="textAreaBottom" fmla="*/ 1604880 h 1604520"/>
                </a:gdLst>
                <a:ahLst/>
                <a:cxnLst/>
                <a:rect l="textAreaLeft" t="textAreaTop" r="textAreaRight" b="textAreaBottom"/>
                <a:pathLst>
                  <a:path w="64409" h="57207">
                    <a:moveTo>
                      <a:pt x="3691" y="0"/>
                    </a:moveTo>
                    <a:cubicBezTo>
                      <a:pt x="2384" y="0"/>
                      <a:pt x="2410" y="1564"/>
                      <a:pt x="1103" y="1564"/>
                    </a:cubicBezTo>
                    <a:cubicBezTo>
                      <a:pt x="667" y="1564"/>
                      <a:pt x="257" y="1359"/>
                      <a:pt x="1" y="1026"/>
                    </a:cubicBezTo>
                    <a:lnTo>
                      <a:pt x="1" y="54208"/>
                    </a:lnTo>
                    <a:cubicBezTo>
                      <a:pt x="1" y="55874"/>
                      <a:pt x="1359" y="57207"/>
                      <a:pt x="2999" y="57207"/>
                    </a:cubicBezTo>
                    <a:lnTo>
                      <a:pt x="61436" y="57207"/>
                    </a:lnTo>
                    <a:cubicBezTo>
                      <a:pt x="63076" y="57207"/>
                      <a:pt x="64409" y="55848"/>
                      <a:pt x="64409" y="54208"/>
                    </a:cubicBezTo>
                    <a:lnTo>
                      <a:pt x="64409" y="1026"/>
                    </a:lnTo>
                    <a:cubicBezTo>
                      <a:pt x="64153" y="1359"/>
                      <a:pt x="63743" y="1564"/>
                      <a:pt x="63307" y="1564"/>
                    </a:cubicBezTo>
                    <a:cubicBezTo>
                      <a:pt x="62025" y="1564"/>
                      <a:pt x="62025" y="0"/>
                      <a:pt x="60718" y="0"/>
                    </a:cubicBezTo>
                    <a:cubicBezTo>
                      <a:pt x="59411" y="0"/>
                      <a:pt x="59437" y="1564"/>
                      <a:pt x="58130" y="1564"/>
                    </a:cubicBezTo>
                    <a:cubicBezTo>
                      <a:pt x="56822" y="1564"/>
                      <a:pt x="56848" y="0"/>
                      <a:pt x="55541" y="0"/>
                    </a:cubicBezTo>
                    <a:cubicBezTo>
                      <a:pt x="54234" y="0"/>
                      <a:pt x="54234" y="1564"/>
                      <a:pt x="52927" y="1564"/>
                    </a:cubicBezTo>
                    <a:cubicBezTo>
                      <a:pt x="51645" y="1564"/>
                      <a:pt x="51645" y="0"/>
                      <a:pt x="50338" y="0"/>
                    </a:cubicBezTo>
                    <a:cubicBezTo>
                      <a:pt x="49031" y="0"/>
                      <a:pt x="49057" y="1564"/>
                      <a:pt x="47749" y="1564"/>
                    </a:cubicBezTo>
                    <a:cubicBezTo>
                      <a:pt x="46442" y="1564"/>
                      <a:pt x="46468" y="0"/>
                      <a:pt x="45161" y="0"/>
                    </a:cubicBezTo>
                    <a:cubicBezTo>
                      <a:pt x="43854" y="0"/>
                      <a:pt x="43854" y="1564"/>
                      <a:pt x="42572" y="1564"/>
                    </a:cubicBezTo>
                    <a:cubicBezTo>
                      <a:pt x="41265" y="1564"/>
                      <a:pt x="41291" y="0"/>
                      <a:pt x="39984" y="0"/>
                    </a:cubicBezTo>
                    <a:cubicBezTo>
                      <a:pt x="38676" y="0"/>
                      <a:pt x="38702" y="1564"/>
                      <a:pt x="37395" y="1564"/>
                    </a:cubicBezTo>
                    <a:cubicBezTo>
                      <a:pt x="36062" y="1564"/>
                      <a:pt x="36088" y="0"/>
                      <a:pt x="34781" y="0"/>
                    </a:cubicBezTo>
                    <a:cubicBezTo>
                      <a:pt x="33499" y="0"/>
                      <a:pt x="33499" y="1564"/>
                      <a:pt x="32192" y="1564"/>
                    </a:cubicBezTo>
                    <a:cubicBezTo>
                      <a:pt x="30910" y="1564"/>
                      <a:pt x="30910" y="0"/>
                      <a:pt x="29603" y="0"/>
                    </a:cubicBezTo>
                    <a:cubicBezTo>
                      <a:pt x="28296" y="0"/>
                      <a:pt x="28322" y="1564"/>
                      <a:pt x="27015" y="1564"/>
                    </a:cubicBezTo>
                    <a:cubicBezTo>
                      <a:pt x="25708" y="1564"/>
                      <a:pt x="25733" y="0"/>
                      <a:pt x="24426" y="0"/>
                    </a:cubicBezTo>
                    <a:cubicBezTo>
                      <a:pt x="23119" y="0"/>
                      <a:pt x="23145" y="1564"/>
                      <a:pt x="21837" y="1564"/>
                    </a:cubicBezTo>
                    <a:cubicBezTo>
                      <a:pt x="20505" y="1564"/>
                      <a:pt x="20556" y="0"/>
                      <a:pt x="19223" y="0"/>
                    </a:cubicBezTo>
                    <a:cubicBezTo>
                      <a:pt x="17916" y="0"/>
                      <a:pt x="17942" y="1564"/>
                      <a:pt x="16634" y="1564"/>
                    </a:cubicBezTo>
                    <a:cubicBezTo>
                      <a:pt x="15327" y="1564"/>
                      <a:pt x="15353" y="0"/>
                      <a:pt x="14046" y="0"/>
                    </a:cubicBezTo>
                    <a:cubicBezTo>
                      <a:pt x="12739" y="0"/>
                      <a:pt x="12764" y="1564"/>
                      <a:pt x="11457" y="1564"/>
                    </a:cubicBezTo>
                    <a:cubicBezTo>
                      <a:pt x="10150" y="1564"/>
                      <a:pt x="10176" y="0"/>
                      <a:pt x="8869" y="0"/>
                    </a:cubicBezTo>
                    <a:cubicBezTo>
                      <a:pt x="7561" y="0"/>
                      <a:pt x="7587" y="1564"/>
                      <a:pt x="6280" y="1564"/>
                    </a:cubicBezTo>
                    <a:cubicBezTo>
                      <a:pt x="4973" y="1564"/>
                      <a:pt x="4973" y="0"/>
                      <a:pt x="3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2194;p53">
                <a:extLst>
                  <a:ext uri="{FF2B5EF4-FFF2-40B4-BE49-F238E27FC236}">
                    <a16:creationId xmlns:a16="http://schemas.microsoft.com/office/drawing/2014/main" id="{137589DE-EAA5-C1B8-50CB-66F2F7437ACF}"/>
                  </a:ext>
                </a:extLst>
              </p:cNvPr>
              <p:cNvSpPr/>
              <p:nvPr/>
            </p:nvSpPr>
            <p:spPr>
              <a:xfrm rot="822000">
                <a:off x="6528600" y="1041480"/>
                <a:ext cx="1806480" cy="245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64409" h="8766">
                    <a:moveTo>
                      <a:pt x="2999" y="0"/>
                    </a:moveTo>
                    <a:cubicBezTo>
                      <a:pt x="1359" y="0"/>
                      <a:pt x="1" y="1333"/>
                      <a:pt x="1" y="2999"/>
                    </a:cubicBezTo>
                    <a:lnTo>
                      <a:pt x="1" y="8228"/>
                    </a:lnTo>
                    <a:cubicBezTo>
                      <a:pt x="257" y="8561"/>
                      <a:pt x="667" y="8766"/>
                      <a:pt x="1103" y="8766"/>
                    </a:cubicBezTo>
                    <a:cubicBezTo>
                      <a:pt x="2384" y="8766"/>
                      <a:pt x="2384" y="7202"/>
                      <a:pt x="3691" y="7202"/>
                    </a:cubicBezTo>
                    <a:cubicBezTo>
                      <a:pt x="4998" y="7202"/>
                      <a:pt x="4973" y="8766"/>
                      <a:pt x="6280" y="8766"/>
                    </a:cubicBezTo>
                    <a:cubicBezTo>
                      <a:pt x="7587" y="8766"/>
                      <a:pt x="7561" y="7202"/>
                      <a:pt x="8869" y="7202"/>
                    </a:cubicBezTo>
                    <a:cubicBezTo>
                      <a:pt x="10176" y="7202"/>
                      <a:pt x="10176" y="8766"/>
                      <a:pt x="11457" y="8766"/>
                    </a:cubicBezTo>
                    <a:cubicBezTo>
                      <a:pt x="12764" y="8766"/>
                      <a:pt x="12764" y="7202"/>
                      <a:pt x="14046" y="7202"/>
                    </a:cubicBezTo>
                    <a:cubicBezTo>
                      <a:pt x="15353" y="7202"/>
                      <a:pt x="15327" y="8766"/>
                      <a:pt x="16634" y="8766"/>
                    </a:cubicBezTo>
                    <a:cubicBezTo>
                      <a:pt x="17967" y="8766"/>
                      <a:pt x="17916" y="7202"/>
                      <a:pt x="19249" y="7202"/>
                    </a:cubicBezTo>
                    <a:cubicBezTo>
                      <a:pt x="20556" y="7202"/>
                      <a:pt x="20530" y="8766"/>
                      <a:pt x="21837" y="8766"/>
                    </a:cubicBezTo>
                    <a:cubicBezTo>
                      <a:pt x="23119" y="8766"/>
                      <a:pt x="23119" y="7202"/>
                      <a:pt x="24426" y="7202"/>
                    </a:cubicBezTo>
                    <a:cubicBezTo>
                      <a:pt x="25733" y="7202"/>
                      <a:pt x="25708" y="8766"/>
                      <a:pt x="27015" y="8766"/>
                    </a:cubicBezTo>
                    <a:cubicBezTo>
                      <a:pt x="28322" y="8766"/>
                      <a:pt x="28296" y="7202"/>
                      <a:pt x="29603" y="7202"/>
                    </a:cubicBezTo>
                    <a:cubicBezTo>
                      <a:pt x="30910" y="7202"/>
                      <a:pt x="30885" y="8766"/>
                      <a:pt x="32192" y="8766"/>
                    </a:cubicBezTo>
                    <a:cubicBezTo>
                      <a:pt x="33499" y="8766"/>
                      <a:pt x="33473" y="7202"/>
                      <a:pt x="34781" y="7202"/>
                    </a:cubicBezTo>
                    <a:cubicBezTo>
                      <a:pt x="36113" y="7202"/>
                      <a:pt x="36062" y="8766"/>
                      <a:pt x="37395" y="8766"/>
                    </a:cubicBezTo>
                    <a:cubicBezTo>
                      <a:pt x="38702" y="8766"/>
                      <a:pt x="38676" y="7202"/>
                      <a:pt x="39984" y="7202"/>
                    </a:cubicBezTo>
                    <a:cubicBezTo>
                      <a:pt x="41291" y="7202"/>
                      <a:pt x="41265" y="8766"/>
                      <a:pt x="42572" y="8766"/>
                    </a:cubicBezTo>
                    <a:cubicBezTo>
                      <a:pt x="43854" y="8766"/>
                      <a:pt x="43854" y="7202"/>
                      <a:pt x="45161" y="7202"/>
                    </a:cubicBezTo>
                    <a:cubicBezTo>
                      <a:pt x="46468" y="7202"/>
                      <a:pt x="46442" y="8766"/>
                      <a:pt x="47749" y="8766"/>
                    </a:cubicBezTo>
                    <a:cubicBezTo>
                      <a:pt x="49057" y="8766"/>
                      <a:pt x="49057" y="7202"/>
                      <a:pt x="50338" y="7202"/>
                    </a:cubicBezTo>
                    <a:cubicBezTo>
                      <a:pt x="51645" y="7202"/>
                      <a:pt x="51620" y="8766"/>
                      <a:pt x="52952" y="8766"/>
                    </a:cubicBezTo>
                    <a:cubicBezTo>
                      <a:pt x="54259" y="8766"/>
                      <a:pt x="54234" y="7202"/>
                      <a:pt x="55541" y="7202"/>
                    </a:cubicBezTo>
                    <a:cubicBezTo>
                      <a:pt x="56848" y="7202"/>
                      <a:pt x="56822" y="8766"/>
                      <a:pt x="58130" y="8766"/>
                    </a:cubicBezTo>
                    <a:cubicBezTo>
                      <a:pt x="59437" y="8766"/>
                      <a:pt x="59437" y="7202"/>
                      <a:pt x="60718" y="7202"/>
                    </a:cubicBezTo>
                    <a:cubicBezTo>
                      <a:pt x="62025" y="7202"/>
                      <a:pt x="62000" y="8766"/>
                      <a:pt x="63307" y="8766"/>
                    </a:cubicBezTo>
                    <a:cubicBezTo>
                      <a:pt x="63743" y="8766"/>
                      <a:pt x="64153" y="8561"/>
                      <a:pt x="64409" y="8202"/>
                    </a:cubicBezTo>
                    <a:lnTo>
                      <a:pt x="64409" y="2999"/>
                    </a:lnTo>
                    <a:cubicBezTo>
                      <a:pt x="64409" y="1333"/>
                      <a:pt x="63076" y="0"/>
                      <a:pt x="61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2195;p53">
                <a:extLst>
                  <a:ext uri="{FF2B5EF4-FFF2-40B4-BE49-F238E27FC236}">
                    <a16:creationId xmlns:a16="http://schemas.microsoft.com/office/drawing/2014/main" id="{4BEF2AFC-3B05-52FF-6FFC-BB275CA97EB5}"/>
                  </a:ext>
                </a:extLst>
              </p:cNvPr>
              <p:cNvSpPr/>
              <p:nvPr/>
            </p:nvSpPr>
            <p:spPr>
              <a:xfrm rot="18029400">
                <a:off x="7290720" y="827640"/>
                <a:ext cx="334080" cy="3996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11919" h="14252">
                    <a:moveTo>
                      <a:pt x="8304" y="1"/>
                    </a:moveTo>
                    <a:lnTo>
                      <a:pt x="0" y="2590"/>
                    </a:lnTo>
                    <a:lnTo>
                      <a:pt x="3614" y="14251"/>
                    </a:lnTo>
                    <a:lnTo>
                      <a:pt x="11918" y="11663"/>
                    </a:lnTo>
                    <a:lnTo>
                      <a:pt x="830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" name="Google Shape;2196;p53">
              <a:extLst>
                <a:ext uri="{FF2B5EF4-FFF2-40B4-BE49-F238E27FC236}">
                  <a16:creationId xmlns:a16="http://schemas.microsoft.com/office/drawing/2014/main" id="{15ADC7E7-E83A-C480-6AE1-4803F822D3CB}"/>
                </a:ext>
              </a:extLst>
            </p:cNvPr>
            <p:cNvSpPr/>
            <p:nvPr/>
          </p:nvSpPr>
          <p:spPr>
            <a:xfrm rot="822000">
              <a:off x="6745453" y="1500626"/>
              <a:ext cx="1524960" cy="21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r>
                <a:rPr lang="en-IN" sz="1400" b="1" dirty="0"/>
                <a:t>📍 Geo</a:t>
              </a:r>
            </a:p>
          </p:txBody>
        </p:sp>
        <p:sp>
          <p:nvSpPr>
            <p:cNvPr id="5" name="Google Shape;2197;p53">
              <a:extLst>
                <a:ext uri="{FF2B5EF4-FFF2-40B4-BE49-F238E27FC236}">
                  <a16:creationId xmlns:a16="http://schemas.microsoft.com/office/drawing/2014/main" id="{61EA0351-50D1-5B45-2E5D-11BED1951178}"/>
                </a:ext>
              </a:extLst>
            </p:cNvPr>
            <p:cNvSpPr/>
            <p:nvPr/>
          </p:nvSpPr>
          <p:spPr>
            <a:xfrm rot="822000">
              <a:off x="6584239" y="1686656"/>
              <a:ext cx="1708802" cy="111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US" sz="1100" b="1" dirty="0"/>
                <a:t>• NFHS-5</a:t>
              </a:r>
            </a:p>
            <a:p>
              <a:pPr>
                <a:tabLst>
                  <a:tab pos="0" algn="l"/>
                </a:tabLst>
              </a:pPr>
              <a:r>
                <a:rPr lang="en-US" sz="1100" b="1" dirty="0"/>
                <a:t>• State Risk</a:t>
              </a:r>
            </a:p>
            <a:p>
              <a:pPr>
                <a:tabLst>
                  <a:tab pos="0" algn="l"/>
                </a:tabLst>
              </a:pPr>
              <a:r>
                <a:rPr lang="en-US" sz="1100" b="1" dirty="0"/>
                <a:t>• Regional Context</a:t>
              </a:r>
              <a:endParaRPr lang="en-US" sz="11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" name="Google Shape;2190;p53">
            <a:extLst>
              <a:ext uri="{FF2B5EF4-FFF2-40B4-BE49-F238E27FC236}">
                <a16:creationId xmlns:a16="http://schemas.microsoft.com/office/drawing/2014/main" id="{297CE7FE-9F09-50F2-5FFC-447421C5E14F}"/>
              </a:ext>
            </a:extLst>
          </p:cNvPr>
          <p:cNvGrpSpPr/>
          <p:nvPr/>
        </p:nvGrpSpPr>
        <p:grpSpPr>
          <a:xfrm rot="20760048">
            <a:off x="1064622" y="1816941"/>
            <a:ext cx="2013717" cy="2027520"/>
            <a:chOff x="6321363" y="860400"/>
            <a:chExt cx="2013717" cy="2027520"/>
          </a:xfrm>
        </p:grpSpPr>
        <p:grpSp>
          <p:nvGrpSpPr>
            <p:cNvPr id="11" name="Google Shape;2191;p53">
              <a:extLst>
                <a:ext uri="{FF2B5EF4-FFF2-40B4-BE49-F238E27FC236}">
                  <a16:creationId xmlns:a16="http://schemas.microsoft.com/office/drawing/2014/main" id="{7E668B80-6AD7-5B42-4EEC-1B1F9A56E477}"/>
                </a:ext>
              </a:extLst>
            </p:cNvPr>
            <p:cNvGrpSpPr/>
            <p:nvPr/>
          </p:nvGrpSpPr>
          <p:grpSpPr>
            <a:xfrm>
              <a:off x="6321363" y="860400"/>
              <a:ext cx="2013717" cy="2027520"/>
              <a:chOff x="6321363" y="860400"/>
              <a:chExt cx="2013717" cy="2027520"/>
            </a:xfrm>
          </p:grpSpPr>
          <p:sp>
            <p:nvSpPr>
              <p:cNvPr id="14" name="Google Shape;2192;p53">
                <a:extLst>
                  <a:ext uri="{FF2B5EF4-FFF2-40B4-BE49-F238E27FC236}">
                    <a16:creationId xmlns:a16="http://schemas.microsoft.com/office/drawing/2014/main" id="{01085CBB-57D6-61DC-AF73-87F547004E53}"/>
                  </a:ext>
                </a:extLst>
              </p:cNvPr>
              <p:cNvSpPr/>
              <p:nvPr/>
            </p:nvSpPr>
            <p:spPr>
              <a:xfrm rot="822000">
                <a:off x="6350760" y="1030320"/>
                <a:ext cx="1846800" cy="1857600"/>
              </a:xfrm>
              <a:custGeom>
                <a:avLst/>
                <a:gdLst>
                  <a:gd name="textAreaLeft" fmla="*/ 0 w 1846800"/>
                  <a:gd name="textAreaRight" fmla="*/ 1847160 w 1846800"/>
                  <a:gd name="textAreaTop" fmla="*/ 0 h 1857600"/>
                  <a:gd name="textAreaBottom" fmla="*/ 1857960 h 1857600"/>
                </a:gdLst>
                <a:ahLst/>
                <a:cxnLst/>
                <a:rect l="textAreaLeft" t="textAreaTop" r="textAreaRight" b="textAreaBottom"/>
                <a:pathLst>
                  <a:path w="65845" h="66229">
                    <a:moveTo>
                      <a:pt x="2974" y="1"/>
                    </a:moveTo>
                    <a:cubicBezTo>
                      <a:pt x="1308" y="1"/>
                      <a:pt x="1" y="1385"/>
                      <a:pt x="52" y="3051"/>
                    </a:cubicBezTo>
                    <a:lnTo>
                      <a:pt x="1359" y="63179"/>
                    </a:lnTo>
                    <a:cubicBezTo>
                      <a:pt x="1385" y="64845"/>
                      <a:pt x="2718" y="66203"/>
                      <a:pt x="4409" y="66229"/>
                    </a:cubicBezTo>
                    <a:lnTo>
                      <a:pt x="62846" y="66229"/>
                    </a:lnTo>
                    <a:cubicBezTo>
                      <a:pt x="64512" y="66229"/>
                      <a:pt x="65845" y="64819"/>
                      <a:pt x="65768" y="63179"/>
                    </a:cubicBezTo>
                    <a:lnTo>
                      <a:pt x="64460" y="3051"/>
                    </a:lnTo>
                    <a:cubicBezTo>
                      <a:pt x="64435" y="1385"/>
                      <a:pt x="63102" y="26"/>
                      <a:pt x="61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2193;p53">
                <a:extLst>
                  <a:ext uri="{FF2B5EF4-FFF2-40B4-BE49-F238E27FC236}">
                    <a16:creationId xmlns:a16="http://schemas.microsoft.com/office/drawing/2014/main" id="{82B5FA8B-2CA7-0CBA-6C68-DED86C000CDC}"/>
                  </a:ext>
                </a:extLst>
              </p:cNvPr>
              <p:cNvSpPr/>
              <p:nvPr/>
            </p:nvSpPr>
            <p:spPr>
              <a:xfrm rot="822000">
                <a:off x="6321363" y="1238409"/>
                <a:ext cx="1806480" cy="1604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1604520"/>
                  <a:gd name="textAreaBottom" fmla="*/ 1604880 h 1604520"/>
                </a:gdLst>
                <a:ahLst/>
                <a:cxnLst/>
                <a:rect l="textAreaLeft" t="textAreaTop" r="textAreaRight" b="textAreaBottom"/>
                <a:pathLst>
                  <a:path w="64409" h="57207">
                    <a:moveTo>
                      <a:pt x="3691" y="0"/>
                    </a:moveTo>
                    <a:cubicBezTo>
                      <a:pt x="2384" y="0"/>
                      <a:pt x="2410" y="1564"/>
                      <a:pt x="1103" y="1564"/>
                    </a:cubicBezTo>
                    <a:cubicBezTo>
                      <a:pt x="667" y="1564"/>
                      <a:pt x="257" y="1359"/>
                      <a:pt x="1" y="1026"/>
                    </a:cubicBezTo>
                    <a:lnTo>
                      <a:pt x="1" y="54208"/>
                    </a:lnTo>
                    <a:cubicBezTo>
                      <a:pt x="1" y="55874"/>
                      <a:pt x="1359" y="57207"/>
                      <a:pt x="2999" y="57207"/>
                    </a:cubicBezTo>
                    <a:lnTo>
                      <a:pt x="61436" y="57207"/>
                    </a:lnTo>
                    <a:cubicBezTo>
                      <a:pt x="63076" y="57207"/>
                      <a:pt x="64409" y="55848"/>
                      <a:pt x="64409" y="54208"/>
                    </a:cubicBezTo>
                    <a:lnTo>
                      <a:pt x="64409" y="1026"/>
                    </a:lnTo>
                    <a:cubicBezTo>
                      <a:pt x="64153" y="1359"/>
                      <a:pt x="63743" y="1564"/>
                      <a:pt x="63307" y="1564"/>
                    </a:cubicBezTo>
                    <a:cubicBezTo>
                      <a:pt x="62025" y="1564"/>
                      <a:pt x="62025" y="0"/>
                      <a:pt x="60718" y="0"/>
                    </a:cubicBezTo>
                    <a:cubicBezTo>
                      <a:pt x="59411" y="0"/>
                      <a:pt x="59437" y="1564"/>
                      <a:pt x="58130" y="1564"/>
                    </a:cubicBezTo>
                    <a:cubicBezTo>
                      <a:pt x="56822" y="1564"/>
                      <a:pt x="56848" y="0"/>
                      <a:pt x="55541" y="0"/>
                    </a:cubicBezTo>
                    <a:cubicBezTo>
                      <a:pt x="54234" y="0"/>
                      <a:pt x="54234" y="1564"/>
                      <a:pt x="52927" y="1564"/>
                    </a:cubicBezTo>
                    <a:cubicBezTo>
                      <a:pt x="51645" y="1564"/>
                      <a:pt x="51645" y="0"/>
                      <a:pt x="50338" y="0"/>
                    </a:cubicBezTo>
                    <a:cubicBezTo>
                      <a:pt x="49031" y="0"/>
                      <a:pt x="49057" y="1564"/>
                      <a:pt x="47749" y="1564"/>
                    </a:cubicBezTo>
                    <a:cubicBezTo>
                      <a:pt x="46442" y="1564"/>
                      <a:pt x="46468" y="0"/>
                      <a:pt x="45161" y="0"/>
                    </a:cubicBezTo>
                    <a:cubicBezTo>
                      <a:pt x="43854" y="0"/>
                      <a:pt x="43854" y="1564"/>
                      <a:pt x="42572" y="1564"/>
                    </a:cubicBezTo>
                    <a:cubicBezTo>
                      <a:pt x="41265" y="1564"/>
                      <a:pt x="41291" y="0"/>
                      <a:pt x="39984" y="0"/>
                    </a:cubicBezTo>
                    <a:cubicBezTo>
                      <a:pt x="38676" y="0"/>
                      <a:pt x="38702" y="1564"/>
                      <a:pt x="37395" y="1564"/>
                    </a:cubicBezTo>
                    <a:cubicBezTo>
                      <a:pt x="36062" y="1564"/>
                      <a:pt x="36088" y="0"/>
                      <a:pt x="34781" y="0"/>
                    </a:cubicBezTo>
                    <a:cubicBezTo>
                      <a:pt x="33499" y="0"/>
                      <a:pt x="33499" y="1564"/>
                      <a:pt x="32192" y="1564"/>
                    </a:cubicBezTo>
                    <a:cubicBezTo>
                      <a:pt x="30910" y="1564"/>
                      <a:pt x="30910" y="0"/>
                      <a:pt x="29603" y="0"/>
                    </a:cubicBezTo>
                    <a:cubicBezTo>
                      <a:pt x="28296" y="0"/>
                      <a:pt x="28322" y="1564"/>
                      <a:pt x="27015" y="1564"/>
                    </a:cubicBezTo>
                    <a:cubicBezTo>
                      <a:pt x="25708" y="1564"/>
                      <a:pt x="25733" y="0"/>
                      <a:pt x="24426" y="0"/>
                    </a:cubicBezTo>
                    <a:cubicBezTo>
                      <a:pt x="23119" y="0"/>
                      <a:pt x="23145" y="1564"/>
                      <a:pt x="21837" y="1564"/>
                    </a:cubicBezTo>
                    <a:cubicBezTo>
                      <a:pt x="20505" y="1564"/>
                      <a:pt x="20556" y="0"/>
                      <a:pt x="19223" y="0"/>
                    </a:cubicBezTo>
                    <a:cubicBezTo>
                      <a:pt x="17916" y="0"/>
                      <a:pt x="17942" y="1564"/>
                      <a:pt x="16634" y="1564"/>
                    </a:cubicBezTo>
                    <a:cubicBezTo>
                      <a:pt x="15327" y="1564"/>
                      <a:pt x="15353" y="0"/>
                      <a:pt x="14046" y="0"/>
                    </a:cubicBezTo>
                    <a:cubicBezTo>
                      <a:pt x="12739" y="0"/>
                      <a:pt x="12764" y="1564"/>
                      <a:pt x="11457" y="1564"/>
                    </a:cubicBezTo>
                    <a:cubicBezTo>
                      <a:pt x="10150" y="1564"/>
                      <a:pt x="10176" y="0"/>
                      <a:pt x="8869" y="0"/>
                    </a:cubicBezTo>
                    <a:cubicBezTo>
                      <a:pt x="7561" y="0"/>
                      <a:pt x="7587" y="1564"/>
                      <a:pt x="6280" y="1564"/>
                    </a:cubicBezTo>
                    <a:cubicBezTo>
                      <a:pt x="4973" y="1564"/>
                      <a:pt x="4973" y="0"/>
                      <a:pt x="3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194;p53">
                <a:extLst>
                  <a:ext uri="{FF2B5EF4-FFF2-40B4-BE49-F238E27FC236}">
                    <a16:creationId xmlns:a16="http://schemas.microsoft.com/office/drawing/2014/main" id="{EC57F8E1-5A0F-A8F6-1C00-047554C89130}"/>
                  </a:ext>
                </a:extLst>
              </p:cNvPr>
              <p:cNvSpPr/>
              <p:nvPr/>
            </p:nvSpPr>
            <p:spPr>
              <a:xfrm rot="822000">
                <a:off x="6528600" y="1041480"/>
                <a:ext cx="1806480" cy="245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64409" h="8766">
                    <a:moveTo>
                      <a:pt x="2999" y="0"/>
                    </a:moveTo>
                    <a:cubicBezTo>
                      <a:pt x="1359" y="0"/>
                      <a:pt x="1" y="1333"/>
                      <a:pt x="1" y="2999"/>
                    </a:cubicBezTo>
                    <a:lnTo>
                      <a:pt x="1" y="8228"/>
                    </a:lnTo>
                    <a:cubicBezTo>
                      <a:pt x="257" y="8561"/>
                      <a:pt x="667" y="8766"/>
                      <a:pt x="1103" y="8766"/>
                    </a:cubicBezTo>
                    <a:cubicBezTo>
                      <a:pt x="2384" y="8766"/>
                      <a:pt x="2384" y="7202"/>
                      <a:pt x="3691" y="7202"/>
                    </a:cubicBezTo>
                    <a:cubicBezTo>
                      <a:pt x="4998" y="7202"/>
                      <a:pt x="4973" y="8766"/>
                      <a:pt x="6280" y="8766"/>
                    </a:cubicBezTo>
                    <a:cubicBezTo>
                      <a:pt x="7587" y="8766"/>
                      <a:pt x="7561" y="7202"/>
                      <a:pt x="8869" y="7202"/>
                    </a:cubicBezTo>
                    <a:cubicBezTo>
                      <a:pt x="10176" y="7202"/>
                      <a:pt x="10176" y="8766"/>
                      <a:pt x="11457" y="8766"/>
                    </a:cubicBezTo>
                    <a:cubicBezTo>
                      <a:pt x="12764" y="8766"/>
                      <a:pt x="12764" y="7202"/>
                      <a:pt x="14046" y="7202"/>
                    </a:cubicBezTo>
                    <a:cubicBezTo>
                      <a:pt x="15353" y="7202"/>
                      <a:pt x="15327" y="8766"/>
                      <a:pt x="16634" y="8766"/>
                    </a:cubicBezTo>
                    <a:cubicBezTo>
                      <a:pt x="17967" y="8766"/>
                      <a:pt x="17916" y="7202"/>
                      <a:pt x="19249" y="7202"/>
                    </a:cubicBezTo>
                    <a:cubicBezTo>
                      <a:pt x="20556" y="7202"/>
                      <a:pt x="20530" y="8766"/>
                      <a:pt x="21837" y="8766"/>
                    </a:cubicBezTo>
                    <a:cubicBezTo>
                      <a:pt x="23119" y="8766"/>
                      <a:pt x="23119" y="7202"/>
                      <a:pt x="24426" y="7202"/>
                    </a:cubicBezTo>
                    <a:cubicBezTo>
                      <a:pt x="25733" y="7202"/>
                      <a:pt x="25708" y="8766"/>
                      <a:pt x="27015" y="8766"/>
                    </a:cubicBezTo>
                    <a:cubicBezTo>
                      <a:pt x="28322" y="8766"/>
                      <a:pt x="28296" y="7202"/>
                      <a:pt x="29603" y="7202"/>
                    </a:cubicBezTo>
                    <a:cubicBezTo>
                      <a:pt x="30910" y="7202"/>
                      <a:pt x="30885" y="8766"/>
                      <a:pt x="32192" y="8766"/>
                    </a:cubicBezTo>
                    <a:cubicBezTo>
                      <a:pt x="33499" y="8766"/>
                      <a:pt x="33473" y="7202"/>
                      <a:pt x="34781" y="7202"/>
                    </a:cubicBezTo>
                    <a:cubicBezTo>
                      <a:pt x="36113" y="7202"/>
                      <a:pt x="36062" y="8766"/>
                      <a:pt x="37395" y="8766"/>
                    </a:cubicBezTo>
                    <a:cubicBezTo>
                      <a:pt x="38702" y="8766"/>
                      <a:pt x="38676" y="7202"/>
                      <a:pt x="39984" y="7202"/>
                    </a:cubicBezTo>
                    <a:cubicBezTo>
                      <a:pt x="41291" y="7202"/>
                      <a:pt x="41265" y="8766"/>
                      <a:pt x="42572" y="8766"/>
                    </a:cubicBezTo>
                    <a:cubicBezTo>
                      <a:pt x="43854" y="8766"/>
                      <a:pt x="43854" y="7202"/>
                      <a:pt x="45161" y="7202"/>
                    </a:cubicBezTo>
                    <a:cubicBezTo>
                      <a:pt x="46468" y="7202"/>
                      <a:pt x="46442" y="8766"/>
                      <a:pt x="47749" y="8766"/>
                    </a:cubicBezTo>
                    <a:cubicBezTo>
                      <a:pt x="49057" y="8766"/>
                      <a:pt x="49057" y="7202"/>
                      <a:pt x="50338" y="7202"/>
                    </a:cubicBezTo>
                    <a:cubicBezTo>
                      <a:pt x="51645" y="7202"/>
                      <a:pt x="51620" y="8766"/>
                      <a:pt x="52952" y="8766"/>
                    </a:cubicBezTo>
                    <a:cubicBezTo>
                      <a:pt x="54259" y="8766"/>
                      <a:pt x="54234" y="7202"/>
                      <a:pt x="55541" y="7202"/>
                    </a:cubicBezTo>
                    <a:cubicBezTo>
                      <a:pt x="56848" y="7202"/>
                      <a:pt x="56822" y="8766"/>
                      <a:pt x="58130" y="8766"/>
                    </a:cubicBezTo>
                    <a:cubicBezTo>
                      <a:pt x="59437" y="8766"/>
                      <a:pt x="59437" y="7202"/>
                      <a:pt x="60718" y="7202"/>
                    </a:cubicBezTo>
                    <a:cubicBezTo>
                      <a:pt x="62025" y="7202"/>
                      <a:pt x="62000" y="8766"/>
                      <a:pt x="63307" y="8766"/>
                    </a:cubicBezTo>
                    <a:cubicBezTo>
                      <a:pt x="63743" y="8766"/>
                      <a:pt x="64153" y="8561"/>
                      <a:pt x="64409" y="8202"/>
                    </a:cubicBezTo>
                    <a:lnTo>
                      <a:pt x="64409" y="2999"/>
                    </a:lnTo>
                    <a:cubicBezTo>
                      <a:pt x="64409" y="1333"/>
                      <a:pt x="63076" y="0"/>
                      <a:pt x="61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2195;p53">
                <a:extLst>
                  <a:ext uri="{FF2B5EF4-FFF2-40B4-BE49-F238E27FC236}">
                    <a16:creationId xmlns:a16="http://schemas.microsoft.com/office/drawing/2014/main" id="{487D0EE0-EADE-3A15-B3ED-EC06840D9DED}"/>
                  </a:ext>
                </a:extLst>
              </p:cNvPr>
              <p:cNvSpPr/>
              <p:nvPr/>
            </p:nvSpPr>
            <p:spPr>
              <a:xfrm rot="18029400">
                <a:off x="7290720" y="827640"/>
                <a:ext cx="334080" cy="3996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11919" h="14252">
                    <a:moveTo>
                      <a:pt x="8304" y="1"/>
                    </a:moveTo>
                    <a:lnTo>
                      <a:pt x="0" y="2590"/>
                    </a:lnTo>
                    <a:lnTo>
                      <a:pt x="3614" y="14251"/>
                    </a:lnTo>
                    <a:lnTo>
                      <a:pt x="11918" y="11663"/>
                    </a:lnTo>
                    <a:lnTo>
                      <a:pt x="830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" name="Google Shape;2196;p53">
              <a:extLst>
                <a:ext uri="{FF2B5EF4-FFF2-40B4-BE49-F238E27FC236}">
                  <a16:creationId xmlns:a16="http://schemas.microsoft.com/office/drawing/2014/main" id="{E8D63DE4-3579-0731-0BA2-A0A0217824C6}"/>
                </a:ext>
              </a:extLst>
            </p:cNvPr>
            <p:cNvSpPr/>
            <p:nvPr/>
          </p:nvSpPr>
          <p:spPr>
            <a:xfrm rot="822000">
              <a:off x="6424351" y="1491955"/>
              <a:ext cx="1822869" cy="1588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tabLst>
                  <a:tab pos="0" algn="l"/>
                </a:tabLst>
              </a:pPr>
              <a:r>
                <a:rPr lang="en-IN" sz="1200" b="1" dirty="0"/>
                <a:t>👁 Conjunctival Images</a:t>
              </a:r>
              <a:endParaRPr lang="en-US" sz="12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197;p53">
              <a:extLst>
                <a:ext uri="{FF2B5EF4-FFF2-40B4-BE49-F238E27FC236}">
                  <a16:creationId xmlns:a16="http://schemas.microsoft.com/office/drawing/2014/main" id="{F033F21F-8923-FBDC-EE84-4ED99B222A0B}"/>
                </a:ext>
              </a:extLst>
            </p:cNvPr>
            <p:cNvSpPr/>
            <p:nvPr/>
          </p:nvSpPr>
          <p:spPr>
            <a:xfrm rot="822000">
              <a:off x="6529654" y="1700926"/>
              <a:ext cx="1708802" cy="111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IN" sz="1100" b="1" dirty="0"/>
                <a:t>• 224×224</a:t>
              </a:r>
            </a:p>
            <a:p>
              <a:pPr>
                <a:tabLst>
                  <a:tab pos="0" algn="l"/>
                </a:tabLst>
              </a:pPr>
              <a:r>
                <a:rPr lang="en-IN" sz="1100" b="1" dirty="0"/>
                <a:t>• Normalized</a:t>
              </a:r>
            </a:p>
            <a:p>
              <a:pPr>
                <a:tabLst>
                  <a:tab pos="0" algn="l"/>
                </a:tabLst>
              </a:pPr>
              <a:r>
                <a:rPr lang="en-IN" sz="1100" b="1" dirty="0"/>
                <a:t>• Augmented</a:t>
              </a:r>
              <a:endParaRPr lang="en-US" sz="11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" name="Google Shape;2190;p53">
            <a:extLst>
              <a:ext uri="{FF2B5EF4-FFF2-40B4-BE49-F238E27FC236}">
                <a16:creationId xmlns:a16="http://schemas.microsoft.com/office/drawing/2014/main" id="{98BC3A79-3CF1-5680-E0FF-E3F734B427D5}"/>
              </a:ext>
            </a:extLst>
          </p:cNvPr>
          <p:cNvGrpSpPr/>
          <p:nvPr/>
        </p:nvGrpSpPr>
        <p:grpSpPr>
          <a:xfrm rot="20767239">
            <a:off x="3435815" y="1799091"/>
            <a:ext cx="2039659" cy="2027520"/>
            <a:chOff x="6321363" y="860400"/>
            <a:chExt cx="2039659" cy="2027520"/>
          </a:xfrm>
        </p:grpSpPr>
        <p:grpSp>
          <p:nvGrpSpPr>
            <p:cNvPr id="19" name="Google Shape;2191;p53">
              <a:extLst>
                <a:ext uri="{FF2B5EF4-FFF2-40B4-BE49-F238E27FC236}">
                  <a16:creationId xmlns:a16="http://schemas.microsoft.com/office/drawing/2014/main" id="{393BB822-71FD-1395-70D4-14A7A56FFF7F}"/>
                </a:ext>
              </a:extLst>
            </p:cNvPr>
            <p:cNvGrpSpPr/>
            <p:nvPr/>
          </p:nvGrpSpPr>
          <p:grpSpPr>
            <a:xfrm>
              <a:off x="6321363" y="860400"/>
              <a:ext cx="2013717" cy="2027520"/>
              <a:chOff x="6321363" y="860400"/>
              <a:chExt cx="2013717" cy="2027520"/>
            </a:xfrm>
          </p:grpSpPr>
          <p:sp>
            <p:nvSpPr>
              <p:cNvPr id="22" name="Google Shape;2192;p53">
                <a:extLst>
                  <a:ext uri="{FF2B5EF4-FFF2-40B4-BE49-F238E27FC236}">
                    <a16:creationId xmlns:a16="http://schemas.microsoft.com/office/drawing/2014/main" id="{1CF48FF7-B414-E073-A29A-1F433A0BD374}"/>
                  </a:ext>
                </a:extLst>
              </p:cNvPr>
              <p:cNvSpPr/>
              <p:nvPr/>
            </p:nvSpPr>
            <p:spPr>
              <a:xfrm rot="822000">
                <a:off x="6350760" y="1030320"/>
                <a:ext cx="1846800" cy="1857600"/>
              </a:xfrm>
              <a:custGeom>
                <a:avLst/>
                <a:gdLst>
                  <a:gd name="textAreaLeft" fmla="*/ 0 w 1846800"/>
                  <a:gd name="textAreaRight" fmla="*/ 1847160 w 1846800"/>
                  <a:gd name="textAreaTop" fmla="*/ 0 h 1857600"/>
                  <a:gd name="textAreaBottom" fmla="*/ 1857960 h 1857600"/>
                </a:gdLst>
                <a:ahLst/>
                <a:cxnLst/>
                <a:rect l="textAreaLeft" t="textAreaTop" r="textAreaRight" b="textAreaBottom"/>
                <a:pathLst>
                  <a:path w="65845" h="66229">
                    <a:moveTo>
                      <a:pt x="2974" y="1"/>
                    </a:moveTo>
                    <a:cubicBezTo>
                      <a:pt x="1308" y="1"/>
                      <a:pt x="1" y="1385"/>
                      <a:pt x="52" y="3051"/>
                    </a:cubicBezTo>
                    <a:lnTo>
                      <a:pt x="1359" y="63179"/>
                    </a:lnTo>
                    <a:cubicBezTo>
                      <a:pt x="1385" y="64845"/>
                      <a:pt x="2718" y="66203"/>
                      <a:pt x="4409" y="66229"/>
                    </a:cubicBezTo>
                    <a:lnTo>
                      <a:pt x="62846" y="66229"/>
                    </a:lnTo>
                    <a:cubicBezTo>
                      <a:pt x="64512" y="66229"/>
                      <a:pt x="65845" y="64819"/>
                      <a:pt x="65768" y="63179"/>
                    </a:cubicBezTo>
                    <a:lnTo>
                      <a:pt x="64460" y="3051"/>
                    </a:lnTo>
                    <a:cubicBezTo>
                      <a:pt x="64435" y="1385"/>
                      <a:pt x="63102" y="26"/>
                      <a:pt x="61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2193;p53">
                <a:extLst>
                  <a:ext uri="{FF2B5EF4-FFF2-40B4-BE49-F238E27FC236}">
                    <a16:creationId xmlns:a16="http://schemas.microsoft.com/office/drawing/2014/main" id="{E7FE4E21-8C9F-709B-B007-A806CC16221A}"/>
                  </a:ext>
                </a:extLst>
              </p:cNvPr>
              <p:cNvSpPr/>
              <p:nvPr/>
            </p:nvSpPr>
            <p:spPr>
              <a:xfrm rot="822000">
                <a:off x="6321363" y="1238409"/>
                <a:ext cx="1806480" cy="1604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1604520"/>
                  <a:gd name="textAreaBottom" fmla="*/ 1604880 h 1604520"/>
                </a:gdLst>
                <a:ahLst/>
                <a:cxnLst/>
                <a:rect l="textAreaLeft" t="textAreaTop" r="textAreaRight" b="textAreaBottom"/>
                <a:pathLst>
                  <a:path w="64409" h="57207">
                    <a:moveTo>
                      <a:pt x="3691" y="0"/>
                    </a:moveTo>
                    <a:cubicBezTo>
                      <a:pt x="2384" y="0"/>
                      <a:pt x="2410" y="1564"/>
                      <a:pt x="1103" y="1564"/>
                    </a:cubicBezTo>
                    <a:cubicBezTo>
                      <a:pt x="667" y="1564"/>
                      <a:pt x="257" y="1359"/>
                      <a:pt x="1" y="1026"/>
                    </a:cubicBezTo>
                    <a:lnTo>
                      <a:pt x="1" y="54208"/>
                    </a:lnTo>
                    <a:cubicBezTo>
                      <a:pt x="1" y="55874"/>
                      <a:pt x="1359" y="57207"/>
                      <a:pt x="2999" y="57207"/>
                    </a:cubicBezTo>
                    <a:lnTo>
                      <a:pt x="61436" y="57207"/>
                    </a:lnTo>
                    <a:cubicBezTo>
                      <a:pt x="63076" y="57207"/>
                      <a:pt x="64409" y="55848"/>
                      <a:pt x="64409" y="54208"/>
                    </a:cubicBezTo>
                    <a:lnTo>
                      <a:pt x="64409" y="1026"/>
                    </a:lnTo>
                    <a:cubicBezTo>
                      <a:pt x="64153" y="1359"/>
                      <a:pt x="63743" y="1564"/>
                      <a:pt x="63307" y="1564"/>
                    </a:cubicBezTo>
                    <a:cubicBezTo>
                      <a:pt x="62025" y="1564"/>
                      <a:pt x="62025" y="0"/>
                      <a:pt x="60718" y="0"/>
                    </a:cubicBezTo>
                    <a:cubicBezTo>
                      <a:pt x="59411" y="0"/>
                      <a:pt x="59437" y="1564"/>
                      <a:pt x="58130" y="1564"/>
                    </a:cubicBezTo>
                    <a:cubicBezTo>
                      <a:pt x="56822" y="1564"/>
                      <a:pt x="56848" y="0"/>
                      <a:pt x="55541" y="0"/>
                    </a:cubicBezTo>
                    <a:cubicBezTo>
                      <a:pt x="54234" y="0"/>
                      <a:pt x="54234" y="1564"/>
                      <a:pt x="52927" y="1564"/>
                    </a:cubicBezTo>
                    <a:cubicBezTo>
                      <a:pt x="51645" y="1564"/>
                      <a:pt x="51645" y="0"/>
                      <a:pt x="50338" y="0"/>
                    </a:cubicBezTo>
                    <a:cubicBezTo>
                      <a:pt x="49031" y="0"/>
                      <a:pt x="49057" y="1564"/>
                      <a:pt x="47749" y="1564"/>
                    </a:cubicBezTo>
                    <a:cubicBezTo>
                      <a:pt x="46442" y="1564"/>
                      <a:pt x="46468" y="0"/>
                      <a:pt x="45161" y="0"/>
                    </a:cubicBezTo>
                    <a:cubicBezTo>
                      <a:pt x="43854" y="0"/>
                      <a:pt x="43854" y="1564"/>
                      <a:pt x="42572" y="1564"/>
                    </a:cubicBezTo>
                    <a:cubicBezTo>
                      <a:pt x="41265" y="1564"/>
                      <a:pt x="41291" y="0"/>
                      <a:pt x="39984" y="0"/>
                    </a:cubicBezTo>
                    <a:cubicBezTo>
                      <a:pt x="38676" y="0"/>
                      <a:pt x="38702" y="1564"/>
                      <a:pt x="37395" y="1564"/>
                    </a:cubicBezTo>
                    <a:cubicBezTo>
                      <a:pt x="36062" y="1564"/>
                      <a:pt x="36088" y="0"/>
                      <a:pt x="34781" y="0"/>
                    </a:cubicBezTo>
                    <a:cubicBezTo>
                      <a:pt x="33499" y="0"/>
                      <a:pt x="33499" y="1564"/>
                      <a:pt x="32192" y="1564"/>
                    </a:cubicBezTo>
                    <a:cubicBezTo>
                      <a:pt x="30910" y="1564"/>
                      <a:pt x="30910" y="0"/>
                      <a:pt x="29603" y="0"/>
                    </a:cubicBezTo>
                    <a:cubicBezTo>
                      <a:pt x="28296" y="0"/>
                      <a:pt x="28322" y="1564"/>
                      <a:pt x="27015" y="1564"/>
                    </a:cubicBezTo>
                    <a:cubicBezTo>
                      <a:pt x="25708" y="1564"/>
                      <a:pt x="25733" y="0"/>
                      <a:pt x="24426" y="0"/>
                    </a:cubicBezTo>
                    <a:cubicBezTo>
                      <a:pt x="23119" y="0"/>
                      <a:pt x="23145" y="1564"/>
                      <a:pt x="21837" y="1564"/>
                    </a:cubicBezTo>
                    <a:cubicBezTo>
                      <a:pt x="20505" y="1564"/>
                      <a:pt x="20556" y="0"/>
                      <a:pt x="19223" y="0"/>
                    </a:cubicBezTo>
                    <a:cubicBezTo>
                      <a:pt x="17916" y="0"/>
                      <a:pt x="17942" y="1564"/>
                      <a:pt x="16634" y="1564"/>
                    </a:cubicBezTo>
                    <a:cubicBezTo>
                      <a:pt x="15327" y="1564"/>
                      <a:pt x="15353" y="0"/>
                      <a:pt x="14046" y="0"/>
                    </a:cubicBezTo>
                    <a:cubicBezTo>
                      <a:pt x="12739" y="0"/>
                      <a:pt x="12764" y="1564"/>
                      <a:pt x="11457" y="1564"/>
                    </a:cubicBezTo>
                    <a:cubicBezTo>
                      <a:pt x="10150" y="1564"/>
                      <a:pt x="10176" y="0"/>
                      <a:pt x="8869" y="0"/>
                    </a:cubicBezTo>
                    <a:cubicBezTo>
                      <a:pt x="7561" y="0"/>
                      <a:pt x="7587" y="1564"/>
                      <a:pt x="6280" y="1564"/>
                    </a:cubicBezTo>
                    <a:cubicBezTo>
                      <a:pt x="4973" y="1564"/>
                      <a:pt x="4973" y="0"/>
                      <a:pt x="3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2194;p53">
                <a:extLst>
                  <a:ext uri="{FF2B5EF4-FFF2-40B4-BE49-F238E27FC236}">
                    <a16:creationId xmlns:a16="http://schemas.microsoft.com/office/drawing/2014/main" id="{DB08C271-E671-5AE3-F73E-53E5850C59C0}"/>
                  </a:ext>
                </a:extLst>
              </p:cNvPr>
              <p:cNvSpPr/>
              <p:nvPr/>
            </p:nvSpPr>
            <p:spPr>
              <a:xfrm rot="822000">
                <a:off x="6528600" y="1041480"/>
                <a:ext cx="1806480" cy="245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64409" h="8766">
                    <a:moveTo>
                      <a:pt x="2999" y="0"/>
                    </a:moveTo>
                    <a:cubicBezTo>
                      <a:pt x="1359" y="0"/>
                      <a:pt x="1" y="1333"/>
                      <a:pt x="1" y="2999"/>
                    </a:cubicBezTo>
                    <a:lnTo>
                      <a:pt x="1" y="8228"/>
                    </a:lnTo>
                    <a:cubicBezTo>
                      <a:pt x="257" y="8561"/>
                      <a:pt x="667" y="8766"/>
                      <a:pt x="1103" y="8766"/>
                    </a:cubicBezTo>
                    <a:cubicBezTo>
                      <a:pt x="2384" y="8766"/>
                      <a:pt x="2384" y="7202"/>
                      <a:pt x="3691" y="7202"/>
                    </a:cubicBezTo>
                    <a:cubicBezTo>
                      <a:pt x="4998" y="7202"/>
                      <a:pt x="4973" y="8766"/>
                      <a:pt x="6280" y="8766"/>
                    </a:cubicBezTo>
                    <a:cubicBezTo>
                      <a:pt x="7587" y="8766"/>
                      <a:pt x="7561" y="7202"/>
                      <a:pt x="8869" y="7202"/>
                    </a:cubicBezTo>
                    <a:cubicBezTo>
                      <a:pt x="10176" y="7202"/>
                      <a:pt x="10176" y="8766"/>
                      <a:pt x="11457" y="8766"/>
                    </a:cubicBezTo>
                    <a:cubicBezTo>
                      <a:pt x="12764" y="8766"/>
                      <a:pt x="12764" y="7202"/>
                      <a:pt x="14046" y="7202"/>
                    </a:cubicBezTo>
                    <a:cubicBezTo>
                      <a:pt x="15353" y="7202"/>
                      <a:pt x="15327" y="8766"/>
                      <a:pt x="16634" y="8766"/>
                    </a:cubicBezTo>
                    <a:cubicBezTo>
                      <a:pt x="17967" y="8766"/>
                      <a:pt x="17916" y="7202"/>
                      <a:pt x="19249" y="7202"/>
                    </a:cubicBezTo>
                    <a:cubicBezTo>
                      <a:pt x="20556" y="7202"/>
                      <a:pt x="20530" y="8766"/>
                      <a:pt x="21837" y="8766"/>
                    </a:cubicBezTo>
                    <a:cubicBezTo>
                      <a:pt x="23119" y="8766"/>
                      <a:pt x="23119" y="7202"/>
                      <a:pt x="24426" y="7202"/>
                    </a:cubicBezTo>
                    <a:cubicBezTo>
                      <a:pt x="25733" y="7202"/>
                      <a:pt x="25708" y="8766"/>
                      <a:pt x="27015" y="8766"/>
                    </a:cubicBezTo>
                    <a:cubicBezTo>
                      <a:pt x="28322" y="8766"/>
                      <a:pt x="28296" y="7202"/>
                      <a:pt x="29603" y="7202"/>
                    </a:cubicBezTo>
                    <a:cubicBezTo>
                      <a:pt x="30910" y="7202"/>
                      <a:pt x="30885" y="8766"/>
                      <a:pt x="32192" y="8766"/>
                    </a:cubicBezTo>
                    <a:cubicBezTo>
                      <a:pt x="33499" y="8766"/>
                      <a:pt x="33473" y="7202"/>
                      <a:pt x="34781" y="7202"/>
                    </a:cubicBezTo>
                    <a:cubicBezTo>
                      <a:pt x="36113" y="7202"/>
                      <a:pt x="36062" y="8766"/>
                      <a:pt x="37395" y="8766"/>
                    </a:cubicBezTo>
                    <a:cubicBezTo>
                      <a:pt x="38702" y="8766"/>
                      <a:pt x="38676" y="7202"/>
                      <a:pt x="39984" y="7202"/>
                    </a:cubicBezTo>
                    <a:cubicBezTo>
                      <a:pt x="41291" y="7202"/>
                      <a:pt x="41265" y="8766"/>
                      <a:pt x="42572" y="8766"/>
                    </a:cubicBezTo>
                    <a:cubicBezTo>
                      <a:pt x="43854" y="8766"/>
                      <a:pt x="43854" y="7202"/>
                      <a:pt x="45161" y="7202"/>
                    </a:cubicBezTo>
                    <a:cubicBezTo>
                      <a:pt x="46468" y="7202"/>
                      <a:pt x="46442" y="8766"/>
                      <a:pt x="47749" y="8766"/>
                    </a:cubicBezTo>
                    <a:cubicBezTo>
                      <a:pt x="49057" y="8766"/>
                      <a:pt x="49057" y="7202"/>
                      <a:pt x="50338" y="7202"/>
                    </a:cubicBezTo>
                    <a:cubicBezTo>
                      <a:pt x="51645" y="7202"/>
                      <a:pt x="51620" y="8766"/>
                      <a:pt x="52952" y="8766"/>
                    </a:cubicBezTo>
                    <a:cubicBezTo>
                      <a:pt x="54259" y="8766"/>
                      <a:pt x="54234" y="7202"/>
                      <a:pt x="55541" y="7202"/>
                    </a:cubicBezTo>
                    <a:cubicBezTo>
                      <a:pt x="56848" y="7202"/>
                      <a:pt x="56822" y="8766"/>
                      <a:pt x="58130" y="8766"/>
                    </a:cubicBezTo>
                    <a:cubicBezTo>
                      <a:pt x="59437" y="8766"/>
                      <a:pt x="59437" y="7202"/>
                      <a:pt x="60718" y="7202"/>
                    </a:cubicBezTo>
                    <a:cubicBezTo>
                      <a:pt x="62025" y="7202"/>
                      <a:pt x="62000" y="8766"/>
                      <a:pt x="63307" y="8766"/>
                    </a:cubicBezTo>
                    <a:cubicBezTo>
                      <a:pt x="63743" y="8766"/>
                      <a:pt x="64153" y="8561"/>
                      <a:pt x="64409" y="8202"/>
                    </a:cubicBezTo>
                    <a:lnTo>
                      <a:pt x="64409" y="2999"/>
                    </a:lnTo>
                    <a:cubicBezTo>
                      <a:pt x="64409" y="1333"/>
                      <a:pt x="63076" y="0"/>
                      <a:pt x="61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2195;p53">
                <a:extLst>
                  <a:ext uri="{FF2B5EF4-FFF2-40B4-BE49-F238E27FC236}">
                    <a16:creationId xmlns:a16="http://schemas.microsoft.com/office/drawing/2014/main" id="{8A0835A4-9630-3DC2-2878-827F810D0B22}"/>
                  </a:ext>
                </a:extLst>
              </p:cNvPr>
              <p:cNvSpPr/>
              <p:nvPr/>
            </p:nvSpPr>
            <p:spPr>
              <a:xfrm rot="18029400">
                <a:off x="7290720" y="827640"/>
                <a:ext cx="334080" cy="3996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11919" h="14252">
                    <a:moveTo>
                      <a:pt x="8304" y="1"/>
                    </a:moveTo>
                    <a:lnTo>
                      <a:pt x="0" y="2590"/>
                    </a:lnTo>
                    <a:lnTo>
                      <a:pt x="3614" y="14251"/>
                    </a:lnTo>
                    <a:lnTo>
                      <a:pt x="11918" y="11663"/>
                    </a:lnTo>
                    <a:lnTo>
                      <a:pt x="830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0" name="Google Shape;2196;p53">
              <a:extLst>
                <a:ext uri="{FF2B5EF4-FFF2-40B4-BE49-F238E27FC236}">
                  <a16:creationId xmlns:a16="http://schemas.microsoft.com/office/drawing/2014/main" id="{D5953078-184F-7B52-1A63-9782208CC482}"/>
                </a:ext>
              </a:extLst>
            </p:cNvPr>
            <p:cNvSpPr/>
            <p:nvPr/>
          </p:nvSpPr>
          <p:spPr>
            <a:xfrm rot="822000">
              <a:off x="6481034" y="1449501"/>
              <a:ext cx="1524960" cy="21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>
                <a:tabLst>
                  <a:tab pos="0" algn="l"/>
                </a:tabLst>
              </a:pPr>
              <a:r>
                <a:rPr lang="en-IN" sz="1200" b="1" dirty="0"/>
                <a:t>🩸 Clinical</a:t>
              </a:r>
              <a:endParaRPr lang="en-US" sz="12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197;p53">
              <a:extLst>
                <a:ext uri="{FF2B5EF4-FFF2-40B4-BE49-F238E27FC236}">
                  <a16:creationId xmlns:a16="http://schemas.microsoft.com/office/drawing/2014/main" id="{22C02D88-504B-6E87-161D-72F9FDB3E4DE}"/>
                </a:ext>
              </a:extLst>
            </p:cNvPr>
            <p:cNvSpPr/>
            <p:nvPr/>
          </p:nvSpPr>
          <p:spPr>
            <a:xfrm rot="822000">
              <a:off x="6652220" y="1740913"/>
              <a:ext cx="1708802" cy="111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IN" sz="1100" b="1" dirty="0"/>
                <a:t>• </a:t>
              </a:r>
              <a:r>
                <a:rPr lang="en-IN" sz="1100" b="1" dirty="0" err="1"/>
                <a:t>Hemoglobin</a:t>
              </a:r>
              <a:endParaRPr lang="en-IN" sz="1100" b="1" dirty="0"/>
            </a:p>
            <a:p>
              <a:pPr>
                <a:tabLst>
                  <a:tab pos="0" algn="l"/>
                </a:tabLst>
              </a:pPr>
              <a:r>
                <a:rPr lang="en-IN" sz="1100" b="1" dirty="0"/>
                <a:t>• Age</a:t>
              </a:r>
            </a:p>
            <a:p>
              <a:pPr>
                <a:tabLst>
                  <a:tab pos="0" algn="l"/>
                </a:tabLst>
              </a:pPr>
              <a:r>
                <a:rPr lang="en-IN" sz="1100" b="1" dirty="0"/>
                <a:t>• Gender</a:t>
              </a:r>
              <a:endParaRPr lang="en-US" sz="11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704A8F-7D31-8FF2-F68B-AABD866320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88" y="1514520"/>
            <a:ext cx="4096112" cy="273074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472" name="Google Shape;1984;p51"/>
          <p:cNvGrpSpPr/>
          <p:nvPr/>
        </p:nvGrpSpPr>
        <p:grpSpPr>
          <a:xfrm>
            <a:off x="8055840" y="2142990"/>
            <a:ext cx="1693440" cy="857520"/>
            <a:chOff x="7812000" y="2231280"/>
            <a:chExt cx="1693440" cy="857520"/>
          </a:xfrm>
        </p:grpSpPr>
        <p:sp>
          <p:nvSpPr>
            <p:cNvPr id="473" name="Google Shape;1985;p51"/>
            <p:cNvSpPr/>
            <p:nvPr/>
          </p:nvSpPr>
          <p:spPr>
            <a:xfrm>
              <a:off x="7812000" y="2231280"/>
              <a:ext cx="1693440" cy="85752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6448" h="69112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443" dir="1793934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986;p51"/>
            <p:cNvSpPr/>
            <p:nvPr/>
          </p:nvSpPr>
          <p:spPr>
            <a:xfrm>
              <a:off x="7899480" y="2428560"/>
              <a:ext cx="1510560" cy="466920"/>
            </a:xfrm>
            <a:custGeom>
              <a:avLst/>
              <a:gdLst>
                <a:gd name="textAreaLeft" fmla="*/ 0 w 1510560"/>
                <a:gd name="textAreaRight" fmla="*/ 1510920 w 1510560"/>
                <a:gd name="textAreaTop" fmla="*/ 0 h 466920"/>
                <a:gd name="textAreaBottom" fmla="*/ 467280 h 466920"/>
              </a:gdLst>
              <a:ahLst/>
              <a:cxnLst/>
              <a:rect l="textAreaLeft" t="textAreaTop" r="textAreaRight" b="textAreaBottom"/>
              <a:pathLst>
                <a:path w="121104" h="37432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987;p51"/>
            <p:cNvSpPr/>
            <p:nvPr/>
          </p:nvSpPr>
          <p:spPr>
            <a:xfrm>
              <a:off x="7923960" y="2523960"/>
              <a:ext cx="1510920" cy="46512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465120"/>
                <a:gd name="textAreaBottom" fmla="*/ 465480 h 465120"/>
              </a:gdLst>
              <a:ahLst/>
              <a:cxnLst/>
              <a:rect l="textAreaLeft" t="textAreaTop" r="textAreaRight" b="textAreaBottom"/>
              <a:pathLst>
                <a:path w="121147" h="37284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1988;p51"/>
            <p:cNvSpPr/>
            <p:nvPr/>
          </p:nvSpPr>
          <p:spPr>
            <a:xfrm>
              <a:off x="7872840" y="2334960"/>
              <a:ext cx="1511280" cy="465480"/>
            </a:xfrm>
            <a:custGeom>
              <a:avLst/>
              <a:gdLst>
                <a:gd name="textAreaLeft" fmla="*/ 0 w 1511280"/>
                <a:gd name="textAreaRight" fmla="*/ 1511640 w 1511280"/>
                <a:gd name="textAreaTop" fmla="*/ 0 h 465480"/>
                <a:gd name="textAreaBottom" fmla="*/ 465840 h 465480"/>
              </a:gdLst>
              <a:ahLst/>
              <a:cxnLst/>
              <a:rect l="textAreaLeft" t="textAreaTop" r="textAreaRight" b="textAreaBottom"/>
              <a:pathLst>
                <a:path w="121168" h="37306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1989;p51"/>
            <p:cNvSpPr/>
            <p:nvPr/>
          </p:nvSpPr>
          <p:spPr>
            <a:xfrm>
              <a:off x="7949520" y="2617920"/>
              <a:ext cx="1509480" cy="4359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435960"/>
                <a:gd name="textAreaBottom" fmla="*/ 436320 h 435960"/>
              </a:gdLst>
              <a:ahLst/>
              <a:cxnLst/>
              <a:rect l="textAreaLeft" t="textAreaTop" r="textAreaRight" b="textAreaBottom"/>
              <a:pathLst>
                <a:path w="121020" h="34945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990;p51"/>
            <p:cNvSpPr/>
            <p:nvPr/>
          </p:nvSpPr>
          <p:spPr>
            <a:xfrm>
              <a:off x="7850520" y="2270520"/>
              <a:ext cx="1506240" cy="433800"/>
            </a:xfrm>
            <a:custGeom>
              <a:avLst/>
              <a:gdLst>
                <a:gd name="textAreaLeft" fmla="*/ 0 w 1506240"/>
                <a:gd name="textAreaRight" fmla="*/ 1506600 w 1506240"/>
                <a:gd name="textAreaTop" fmla="*/ 0 h 433800"/>
                <a:gd name="textAreaBottom" fmla="*/ 434160 h 433800"/>
              </a:gdLst>
              <a:ahLst/>
              <a:cxnLst/>
              <a:rect l="textAreaLeft" t="textAreaTop" r="textAreaRight" b="textAreaBottom"/>
              <a:pathLst>
                <a:path w="120767" h="34776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9" name="Google Shape;1991;p51"/>
          <p:cNvGrpSpPr/>
          <p:nvPr/>
        </p:nvGrpSpPr>
        <p:grpSpPr>
          <a:xfrm>
            <a:off x="-615598" y="3847461"/>
            <a:ext cx="1718280" cy="795600"/>
            <a:chOff x="-635040" y="3283560"/>
            <a:chExt cx="1718280" cy="795600"/>
          </a:xfrm>
        </p:grpSpPr>
        <p:sp>
          <p:nvSpPr>
            <p:cNvPr id="480" name="Google Shape;1992;p51"/>
            <p:cNvSpPr/>
            <p:nvPr/>
          </p:nvSpPr>
          <p:spPr>
            <a:xfrm rot="549000">
              <a:off x="-602640" y="3411360"/>
              <a:ext cx="1653480" cy="539640"/>
            </a:xfrm>
            <a:custGeom>
              <a:avLst/>
              <a:gdLst>
                <a:gd name="textAreaLeft" fmla="*/ 0 w 1653480"/>
                <a:gd name="textAreaRight" fmla="*/ 1653840 w 165348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1993;p51"/>
            <p:cNvSpPr/>
            <p:nvPr/>
          </p:nvSpPr>
          <p:spPr>
            <a:xfrm rot="549000">
              <a:off x="-414360" y="342288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1994;p51"/>
            <p:cNvSpPr/>
            <p:nvPr/>
          </p:nvSpPr>
          <p:spPr>
            <a:xfrm rot="549000">
              <a:off x="614160" y="35388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1995;p51"/>
            <p:cNvSpPr/>
            <p:nvPr/>
          </p:nvSpPr>
          <p:spPr>
            <a:xfrm rot="549000">
              <a:off x="-65880" y="346320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1996;p51"/>
            <p:cNvSpPr/>
            <p:nvPr/>
          </p:nvSpPr>
          <p:spPr>
            <a:xfrm rot="549000">
              <a:off x="263520" y="349992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1997;p51"/>
            <p:cNvSpPr/>
            <p:nvPr/>
          </p:nvSpPr>
          <p:spPr>
            <a:xfrm rot="549000">
              <a:off x="439560" y="3519360"/>
              <a:ext cx="233280" cy="39672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1998;p51"/>
            <p:cNvSpPr/>
            <p:nvPr/>
          </p:nvSpPr>
          <p:spPr>
            <a:xfrm rot="549000">
              <a:off x="-239760" y="344304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1999;p51"/>
            <p:cNvSpPr/>
            <p:nvPr/>
          </p:nvSpPr>
          <p:spPr>
            <a:xfrm rot="549000">
              <a:off x="110520" y="348192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2000;p51"/>
            <p:cNvSpPr/>
            <p:nvPr/>
          </p:nvSpPr>
          <p:spPr>
            <a:xfrm rot="549000">
              <a:off x="789840" y="355788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2001;p51"/>
            <p:cNvSpPr/>
            <p:nvPr/>
          </p:nvSpPr>
          <p:spPr>
            <a:xfrm rot="549000">
              <a:off x="-558000" y="340632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91" name="Rectangle 490"/>
          <p:cNvSpPr/>
          <p:nvPr/>
        </p:nvSpPr>
        <p:spPr>
          <a:xfrm>
            <a:off x="3736472" y="717519"/>
            <a:ext cx="32382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Feature Extraction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2" name="Rectangle 491"/>
          <p:cNvSpPr/>
          <p:nvPr/>
        </p:nvSpPr>
        <p:spPr>
          <a:xfrm>
            <a:off x="5820660" y="1426523"/>
            <a:ext cx="1693440" cy="143293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EfficientNet-B0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i="1" dirty="0">
              <a:solidFill>
                <a:srgbClr val="000000"/>
              </a:solidFill>
              <a:latin typeface="Delius Swash Cap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Transfer Learning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1280-D Features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i="1" dirty="0">
              <a:solidFill>
                <a:srgbClr val="000000"/>
              </a:solidFill>
              <a:latin typeface="Delius Swash Cap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C44B0-D107-5702-918A-1B85FAC06098}"/>
              </a:ext>
            </a:extLst>
          </p:cNvPr>
          <p:cNvSpPr txBox="1"/>
          <p:nvPr/>
        </p:nvSpPr>
        <p:spPr>
          <a:xfrm>
            <a:off x="5048280" y="3028987"/>
            <a:ext cx="1683195" cy="135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Clinical MLP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i="1" dirty="0">
              <a:solidFill>
                <a:srgbClr val="000000"/>
              </a:solidFill>
              <a:latin typeface="Delius Swash Cap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4 Inputs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64-D Embedding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A73A2-F5D8-70EC-C89D-4C562E9CA0B6}"/>
              </a:ext>
            </a:extLst>
          </p:cNvPr>
          <p:cNvSpPr txBox="1"/>
          <p:nvPr/>
        </p:nvSpPr>
        <p:spPr>
          <a:xfrm>
            <a:off x="6974672" y="3026802"/>
            <a:ext cx="1693440" cy="135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Geo Module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i="1" dirty="0">
              <a:solidFill>
                <a:srgbClr val="000000"/>
              </a:solidFill>
              <a:latin typeface="Delius Swash Cap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State Risk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64-D Embedding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97C0B5-04FA-653F-4996-C06ED4DF08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958" y="1393190"/>
            <a:ext cx="4769782" cy="34025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493" name="Google Shape;1984;p51"/>
          <p:cNvGrpSpPr/>
          <p:nvPr/>
        </p:nvGrpSpPr>
        <p:grpSpPr>
          <a:xfrm>
            <a:off x="8081798" y="2142990"/>
            <a:ext cx="1693440" cy="857520"/>
            <a:chOff x="7812000" y="2231280"/>
            <a:chExt cx="1693440" cy="857520"/>
          </a:xfrm>
        </p:grpSpPr>
        <p:sp>
          <p:nvSpPr>
            <p:cNvPr id="494" name="Google Shape;1985;p51"/>
            <p:cNvSpPr/>
            <p:nvPr/>
          </p:nvSpPr>
          <p:spPr>
            <a:xfrm>
              <a:off x="7812000" y="2231280"/>
              <a:ext cx="1693440" cy="85752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6448" h="69112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443" dir="1793934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986;p51"/>
            <p:cNvSpPr/>
            <p:nvPr/>
          </p:nvSpPr>
          <p:spPr>
            <a:xfrm>
              <a:off x="7899480" y="2428560"/>
              <a:ext cx="1510560" cy="466920"/>
            </a:xfrm>
            <a:custGeom>
              <a:avLst/>
              <a:gdLst>
                <a:gd name="textAreaLeft" fmla="*/ 0 w 1510560"/>
                <a:gd name="textAreaRight" fmla="*/ 1510920 w 1510560"/>
                <a:gd name="textAreaTop" fmla="*/ 0 h 466920"/>
                <a:gd name="textAreaBottom" fmla="*/ 467280 h 466920"/>
              </a:gdLst>
              <a:ahLst/>
              <a:cxnLst/>
              <a:rect l="textAreaLeft" t="textAreaTop" r="textAreaRight" b="textAreaBottom"/>
              <a:pathLst>
                <a:path w="121104" h="37432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987;p51"/>
            <p:cNvSpPr/>
            <p:nvPr/>
          </p:nvSpPr>
          <p:spPr>
            <a:xfrm>
              <a:off x="7923960" y="2523960"/>
              <a:ext cx="1510920" cy="46512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465120"/>
                <a:gd name="textAreaBottom" fmla="*/ 465480 h 465120"/>
              </a:gdLst>
              <a:ahLst/>
              <a:cxnLst/>
              <a:rect l="textAreaLeft" t="textAreaTop" r="textAreaRight" b="textAreaBottom"/>
              <a:pathLst>
                <a:path w="121147" h="37284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988;p51"/>
            <p:cNvSpPr/>
            <p:nvPr/>
          </p:nvSpPr>
          <p:spPr>
            <a:xfrm>
              <a:off x="7872840" y="2334960"/>
              <a:ext cx="1511280" cy="465480"/>
            </a:xfrm>
            <a:custGeom>
              <a:avLst/>
              <a:gdLst>
                <a:gd name="textAreaLeft" fmla="*/ 0 w 1511280"/>
                <a:gd name="textAreaRight" fmla="*/ 1511640 w 1511280"/>
                <a:gd name="textAreaTop" fmla="*/ 0 h 465480"/>
                <a:gd name="textAreaBottom" fmla="*/ 465840 h 465480"/>
              </a:gdLst>
              <a:ahLst/>
              <a:cxnLst/>
              <a:rect l="textAreaLeft" t="textAreaTop" r="textAreaRight" b="textAreaBottom"/>
              <a:pathLst>
                <a:path w="121168" h="37306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989;p51"/>
            <p:cNvSpPr/>
            <p:nvPr/>
          </p:nvSpPr>
          <p:spPr>
            <a:xfrm>
              <a:off x="7949520" y="2617920"/>
              <a:ext cx="1509480" cy="4359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435960"/>
                <a:gd name="textAreaBottom" fmla="*/ 436320 h 435960"/>
              </a:gdLst>
              <a:ahLst/>
              <a:cxnLst/>
              <a:rect l="textAreaLeft" t="textAreaTop" r="textAreaRight" b="textAreaBottom"/>
              <a:pathLst>
                <a:path w="121020" h="34945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1990;p51"/>
            <p:cNvSpPr/>
            <p:nvPr/>
          </p:nvSpPr>
          <p:spPr>
            <a:xfrm>
              <a:off x="7850520" y="2270520"/>
              <a:ext cx="1506240" cy="433800"/>
            </a:xfrm>
            <a:custGeom>
              <a:avLst/>
              <a:gdLst>
                <a:gd name="textAreaLeft" fmla="*/ 0 w 1506240"/>
                <a:gd name="textAreaRight" fmla="*/ 1506600 w 1506240"/>
                <a:gd name="textAreaTop" fmla="*/ 0 h 433800"/>
                <a:gd name="textAreaBottom" fmla="*/ 434160 h 433800"/>
              </a:gdLst>
              <a:ahLst/>
              <a:cxnLst/>
              <a:rect l="textAreaLeft" t="textAreaTop" r="textAreaRight" b="textAreaBottom"/>
              <a:pathLst>
                <a:path w="120767" h="34776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0" name="Google Shape;1991;p51"/>
          <p:cNvGrpSpPr/>
          <p:nvPr/>
        </p:nvGrpSpPr>
        <p:grpSpPr>
          <a:xfrm>
            <a:off x="-635040" y="3283560"/>
            <a:ext cx="1718280" cy="795600"/>
            <a:chOff x="-635040" y="3283560"/>
            <a:chExt cx="1718280" cy="795600"/>
          </a:xfrm>
        </p:grpSpPr>
        <p:sp>
          <p:nvSpPr>
            <p:cNvPr id="501" name="Google Shape;1992;p51"/>
            <p:cNvSpPr/>
            <p:nvPr/>
          </p:nvSpPr>
          <p:spPr>
            <a:xfrm rot="549000">
              <a:off x="-602640" y="3411360"/>
              <a:ext cx="1653480" cy="539640"/>
            </a:xfrm>
            <a:custGeom>
              <a:avLst/>
              <a:gdLst>
                <a:gd name="textAreaLeft" fmla="*/ 0 w 1653480"/>
                <a:gd name="textAreaRight" fmla="*/ 1653840 w 165348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1993;p51"/>
            <p:cNvSpPr/>
            <p:nvPr/>
          </p:nvSpPr>
          <p:spPr>
            <a:xfrm rot="549000">
              <a:off x="-414360" y="342288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1994;p51"/>
            <p:cNvSpPr/>
            <p:nvPr/>
          </p:nvSpPr>
          <p:spPr>
            <a:xfrm rot="549000">
              <a:off x="614160" y="35388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1995;p51"/>
            <p:cNvSpPr/>
            <p:nvPr/>
          </p:nvSpPr>
          <p:spPr>
            <a:xfrm rot="549000">
              <a:off x="-65880" y="346320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1996;p51"/>
            <p:cNvSpPr/>
            <p:nvPr/>
          </p:nvSpPr>
          <p:spPr>
            <a:xfrm rot="549000">
              <a:off x="263520" y="349992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1997;p51"/>
            <p:cNvSpPr/>
            <p:nvPr/>
          </p:nvSpPr>
          <p:spPr>
            <a:xfrm rot="549000">
              <a:off x="439560" y="3519360"/>
              <a:ext cx="233280" cy="39672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1998;p51"/>
            <p:cNvSpPr/>
            <p:nvPr/>
          </p:nvSpPr>
          <p:spPr>
            <a:xfrm rot="549000">
              <a:off x="-239760" y="344304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1999;p51"/>
            <p:cNvSpPr/>
            <p:nvPr/>
          </p:nvSpPr>
          <p:spPr>
            <a:xfrm rot="549000">
              <a:off x="110520" y="348192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2000;p51"/>
            <p:cNvSpPr/>
            <p:nvPr/>
          </p:nvSpPr>
          <p:spPr>
            <a:xfrm rot="549000">
              <a:off x="789840" y="355788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2001;p51"/>
            <p:cNvSpPr/>
            <p:nvPr/>
          </p:nvSpPr>
          <p:spPr>
            <a:xfrm rot="549000">
              <a:off x="-558000" y="340632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1" name="Rectangle 510"/>
          <p:cNvSpPr/>
          <p:nvPr/>
        </p:nvSpPr>
        <p:spPr>
          <a:xfrm>
            <a:off x="3393440" y="796440"/>
            <a:ext cx="2885440" cy="58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Transformer Fusion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2" name="Rectangle 511"/>
          <p:cNvSpPr/>
          <p:nvPr/>
        </p:nvSpPr>
        <p:spPr>
          <a:xfrm>
            <a:off x="1091342" y="1687101"/>
            <a:ext cx="2811096" cy="30873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Project all features into a common latent space (128-D)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400" i="1" dirty="0">
              <a:solidFill>
                <a:srgbClr val="000000"/>
              </a:solidFill>
              <a:latin typeface="Delius Swash Cap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Fuse modalities using a Transformer Encoder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400" i="1" dirty="0">
              <a:solidFill>
                <a:srgbClr val="000000"/>
              </a:solidFill>
              <a:latin typeface="Delius Swash Cap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i="1" dirty="0">
                <a:solidFill>
                  <a:srgbClr val="000000"/>
                </a:solidFill>
                <a:latin typeface="Delius Swash Caps"/>
              </a:rPr>
              <a:t>• Generate final anemia prediction through an MLP classifier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C936B-E595-F3DE-6257-F191F5272E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18" y="1304894"/>
            <a:ext cx="5014960" cy="33433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13" name="Google Shape;1984;p51"/>
          <p:cNvGrpSpPr/>
          <p:nvPr/>
        </p:nvGrpSpPr>
        <p:grpSpPr>
          <a:xfrm>
            <a:off x="8520660" y="2417945"/>
            <a:ext cx="1693440" cy="857520"/>
            <a:chOff x="7812000" y="2231280"/>
            <a:chExt cx="1693440" cy="857520"/>
          </a:xfrm>
        </p:grpSpPr>
        <p:sp>
          <p:nvSpPr>
            <p:cNvPr id="514" name="Google Shape;1985;p51"/>
            <p:cNvSpPr/>
            <p:nvPr/>
          </p:nvSpPr>
          <p:spPr>
            <a:xfrm>
              <a:off x="7812000" y="2231280"/>
              <a:ext cx="1693440" cy="85752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6448" h="69112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443" dir="1793934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1986;p51"/>
            <p:cNvSpPr/>
            <p:nvPr/>
          </p:nvSpPr>
          <p:spPr>
            <a:xfrm>
              <a:off x="7899480" y="2428560"/>
              <a:ext cx="1510560" cy="466920"/>
            </a:xfrm>
            <a:custGeom>
              <a:avLst/>
              <a:gdLst>
                <a:gd name="textAreaLeft" fmla="*/ 0 w 1510560"/>
                <a:gd name="textAreaRight" fmla="*/ 1510920 w 1510560"/>
                <a:gd name="textAreaTop" fmla="*/ 0 h 466920"/>
                <a:gd name="textAreaBottom" fmla="*/ 467280 h 466920"/>
              </a:gdLst>
              <a:ahLst/>
              <a:cxnLst/>
              <a:rect l="textAreaLeft" t="textAreaTop" r="textAreaRight" b="textAreaBottom"/>
              <a:pathLst>
                <a:path w="121104" h="37432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1987;p51"/>
            <p:cNvSpPr/>
            <p:nvPr/>
          </p:nvSpPr>
          <p:spPr>
            <a:xfrm>
              <a:off x="7923960" y="2523960"/>
              <a:ext cx="1510920" cy="46512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465120"/>
                <a:gd name="textAreaBottom" fmla="*/ 465480 h 465120"/>
              </a:gdLst>
              <a:ahLst/>
              <a:cxnLst/>
              <a:rect l="textAreaLeft" t="textAreaTop" r="textAreaRight" b="textAreaBottom"/>
              <a:pathLst>
                <a:path w="121147" h="37284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1988;p51"/>
            <p:cNvSpPr/>
            <p:nvPr/>
          </p:nvSpPr>
          <p:spPr>
            <a:xfrm>
              <a:off x="7872840" y="2334960"/>
              <a:ext cx="1511280" cy="465480"/>
            </a:xfrm>
            <a:custGeom>
              <a:avLst/>
              <a:gdLst>
                <a:gd name="textAreaLeft" fmla="*/ 0 w 1511280"/>
                <a:gd name="textAreaRight" fmla="*/ 1511640 w 1511280"/>
                <a:gd name="textAreaTop" fmla="*/ 0 h 465480"/>
                <a:gd name="textAreaBottom" fmla="*/ 465840 h 465480"/>
              </a:gdLst>
              <a:ahLst/>
              <a:cxnLst/>
              <a:rect l="textAreaLeft" t="textAreaTop" r="textAreaRight" b="textAreaBottom"/>
              <a:pathLst>
                <a:path w="121168" h="37306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1989;p51"/>
            <p:cNvSpPr/>
            <p:nvPr/>
          </p:nvSpPr>
          <p:spPr>
            <a:xfrm>
              <a:off x="7949520" y="2617920"/>
              <a:ext cx="1509480" cy="4359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435960"/>
                <a:gd name="textAreaBottom" fmla="*/ 436320 h 435960"/>
              </a:gdLst>
              <a:ahLst/>
              <a:cxnLst/>
              <a:rect l="textAreaLeft" t="textAreaTop" r="textAreaRight" b="textAreaBottom"/>
              <a:pathLst>
                <a:path w="121020" h="34945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1990;p51"/>
            <p:cNvSpPr/>
            <p:nvPr/>
          </p:nvSpPr>
          <p:spPr>
            <a:xfrm>
              <a:off x="7850520" y="2270520"/>
              <a:ext cx="1506240" cy="433800"/>
            </a:xfrm>
            <a:custGeom>
              <a:avLst/>
              <a:gdLst>
                <a:gd name="textAreaLeft" fmla="*/ 0 w 1506240"/>
                <a:gd name="textAreaRight" fmla="*/ 1506600 w 1506240"/>
                <a:gd name="textAreaTop" fmla="*/ 0 h 433800"/>
                <a:gd name="textAreaBottom" fmla="*/ 434160 h 433800"/>
              </a:gdLst>
              <a:ahLst/>
              <a:cxnLst/>
              <a:rect l="textAreaLeft" t="textAreaTop" r="textAreaRight" b="textAreaBottom"/>
              <a:pathLst>
                <a:path w="120767" h="34776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0" name="Google Shape;1991;p51"/>
          <p:cNvGrpSpPr/>
          <p:nvPr/>
        </p:nvGrpSpPr>
        <p:grpSpPr>
          <a:xfrm>
            <a:off x="-635040" y="3283560"/>
            <a:ext cx="1718280" cy="795600"/>
            <a:chOff x="-635040" y="3283560"/>
            <a:chExt cx="1718280" cy="795600"/>
          </a:xfrm>
        </p:grpSpPr>
        <p:sp>
          <p:nvSpPr>
            <p:cNvPr id="521" name="Google Shape;1992;p51"/>
            <p:cNvSpPr/>
            <p:nvPr/>
          </p:nvSpPr>
          <p:spPr>
            <a:xfrm rot="549000">
              <a:off x="-602640" y="3411360"/>
              <a:ext cx="1653480" cy="539640"/>
            </a:xfrm>
            <a:custGeom>
              <a:avLst/>
              <a:gdLst>
                <a:gd name="textAreaLeft" fmla="*/ 0 w 1653480"/>
                <a:gd name="textAreaRight" fmla="*/ 1653840 w 165348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1993;p51"/>
            <p:cNvSpPr/>
            <p:nvPr/>
          </p:nvSpPr>
          <p:spPr>
            <a:xfrm rot="549000">
              <a:off x="-414360" y="342288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1994;p51"/>
            <p:cNvSpPr/>
            <p:nvPr/>
          </p:nvSpPr>
          <p:spPr>
            <a:xfrm rot="549000">
              <a:off x="614160" y="35388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1995;p51"/>
            <p:cNvSpPr/>
            <p:nvPr/>
          </p:nvSpPr>
          <p:spPr>
            <a:xfrm rot="549000">
              <a:off x="-65880" y="346320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1996;p51"/>
            <p:cNvSpPr/>
            <p:nvPr/>
          </p:nvSpPr>
          <p:spPr>
            <a:xfrm rot="549000">
              <a:off x="263520" y="349992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6" name="Google Shape;1997;p51"/>
            <p:cNvSpPr/>
            <p:nvPr/>
          </p:nvSpPr>
          <p:spPr>
            <a:xfrm rot="549000">
              <a:off x="439560" y="3519360"/>
              <a:ext cx="233280" cy="39672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7" name="Google Shape;1998;p51"/>
            <p:cNvSpPr/>
            <p:nvPr/>
          </p:nvSpPr>
          <p:spPr>
            <a:xfrm rot="549000">
              <a:off x="-239760" y="344304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1999;p51"/>
            <p:cNvSpPr/>
            <p:nvPr/>
          </p:nvSpPr>
          <p:spPr>
            <a:xfrm rot="549000">
              <a:off x="110520" y="348192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2000;p51"/>
            <p:cNvSpPr/>
            <p:nvPr/>
          </p:nvSpPr>
          <p:spPr>
            <a:xfrm rot="549000">
              <a:off x="789840" y="355788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2001;p51"/>
            <p:cNvSpPr/>
            <p:nvPr/>
          </p:nvSpPr>
          <p:spPr>
            <a:xfrm rot="549000">
              <a:off x="-558000" y="340632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32" name="Rectangle 531"/>
          <p:cNvSpPr/>
          <p:nvPr/>
        </p:nvSpPr>
        <p:spPr>
          <a:xfrm>
            <a:off x="1333800" y="543134"/>
            <a:ext cx="190476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000000"/>
                </a:solidFill>
                <a:effectLst/>
                <a:uFillTx/>
                <a:latin typeface="Dancing Script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3" name="Rectangle 532"/>
          <p:cNvSpPr/>
          <p:nvPr/>
        </p:nvSpPr>
        <p:spPr>
          <a:xfrm>
            <a:off x="1333800" y="1398960"/>
            <a:ext cx="323820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Model Evaluation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4" name="Rectangle 533"/>
          <p:cNvSpPr/>
          <p:nvPr/>
        </p:nvSpPr>
        <p:spPr>
          <a:xfrm>
            <a:off x="1170707" y="2752593"/>
            <a:ext cx="2692697" cy="20480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Evaluation of the trained model using classification metrics, confusion matrix, ROC and Precision–Recall curves, together with performance analysis and robustness assessment.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446;p71"/>
          <p:cNvGrpSpPr/>
          <p:nvPr/>
        </p:nvGrpSpPr>
        <p:grpSpPr>
          <a:xfrm>
            <a:off x="6466500" y="207540"/>
            <a:ext cx="1321560" cy="961920"/>
            <a:chOff x="6485760" y="632880"/>
            <a:chExt cx="1321560" cy="961920"/>
          </a:xfrm>
        </p:grpSpPr>
        <p:sp>
          <p:nvSpPr>
            <p:cNvPr id="536" name="Google Shape;3447;p71"/>
            <p:cNvSpPr/>
            <p:nvPr/>
          </p:nvSpPr>
          <p:spPr>
            <a:xfrm rot="21269400">
              <a:off x="6523200" y="690480"/>
              <a:ext cx="1245600" cy="846360"/>
            </a:xfrm>
            <a:custGeom>
              <a:avLst/>
              <a:gdLst>
                <a:gd name="textAreaLeft" fmla="*/ 0 w 1245600"/>
                <a:gd name="textAreaRight" fmla="*/ 1245960 w 1245600"/>
                <a:gd name="textAreaTop" fmla="*/ 0 h 846360"/>
                <a:gd name="textAreaBottom" fmla="*/ 846720 h 846360"/>
              </a:gdLst>
              <a:ahLst/>
              <a:cxnLst/>
              <a:rect l="textAreaLeft" t="textAreaTop" r="textAreaRight" b="textAreaBottom"/>
              <a:pathLst>
                <a:path w="35358" h="24030" fill="none">
                  <a:moveTo>
                    <a:pt x="35278" y="20465"/>
                  </a:moveTo>
                  <a:lnTo>
                    <a:pt x="33984" y="1981"/>
                  </a:lnTo>
                  <a:cubicBezTo>
                    <a:pt x="33905" y="872"/>
                    <a:pt x="32981" y="1"/>
                    <a:pt x="31872" y="27"/>
                  </a:cubicBezTo>
                  <a:lnTo>
                    <a:pt x="2113" y="555"/>
                  </a:lnTo>
                  <a:cubicBezTo>
                    <a:pt x="925" y="582"/>
                    <a:pt x="1" y="1585"/>
                    <a:pt x="54" y="2773"/>
                  </a:cubicBezTo>
                  <a:lnTo>
                    <a:pt x="1057" y="22023"/>
                  </a:lnTo>
                  <a:cubicBezTo>
                    <a:pt x="1110" y="23158"/>
                    <a:pt x="2087" y="24029"/>
                    <a:pt x="3249" y="24003"/>
                  </a:cubicBezTo>
                  <a:lnTo>
                    <a:pt x="6338" y="23871"/>
                  </a:lnTo>
                  <a:lnTo>
                    <a:pt x="6338" y="23871"/>
                  </a:lnTo>
                  <a:lnTo>
                    <a:pt x="31370" y="22788"/>
                  </a:lnTo>
                  <a:lnTo>
                    <a:pt x="31370" y="22788"/>
                  </a:lnTo>
                  <a:lnTo>
                    <a:pt x="33271" y="22709"/>
                  </a:lnTo>
                  <a:cubicBezTo>
                    <a:pt x="34459" y="22656"/>
                    <a:pt x="35357" y="21627"/>
                    <a:pt x="35278" y="20465"/>
                  </a:cubicBezTo>
                  <a:close/>
                </a:path>
              </a:pathLst>
            </a:custGeom>
            <a:solidFill>
              <a:schemeClr val="accent4"/>
            </a:solidFill>
            <a:ln w="228600">
              <a:solidFill>
                <a:srgbClr val="FFFFFF"/>
              </a:solidFill>
              <a:miter/>
            </a:ln>
            <a:effectLst>
              <a:outerShdw dist="76146" dir="299918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3448;p71"/>
            <p:cNvSpPr/>
            <p:nvPr/>
          </p:nvSpPr>
          <p:spPr>
            <a:xfrm rot="21269400">
              <a:off x="6523200" y="691200"/>
              <a:ext cx="1246320" cy="845280"/>
            </a:xfrm>
            <a:custGeom>
              <a:avLst/>
              <a:gdLst>
                <a:gd name="textAreaLeft" fmla="*/ 0 w 1246320"/>
                <a:gd name="textAreaRight" fmla="*/ 1246680 w 1246320"/>
                <a:gd name="textAreaTop" fmla="*/ 0 h 845280"/>
                <a:gd name="textAreaBottom" fmla="*/ 845640 h 845280"/>
              </a:gdLst>
              <a:ahLst/>
              <a:cxnLst/>
              <a:rect l="textAreaLeft" t="textAreaTop" r="textAreaRight" b="textAreaBottom"/>
              <a:pathLst>
                <a:path w="35384" h="24005">
                  <a:moveTo>
                    <a:pt x="31921" y="1"/>
                  </a:moveTo>
                  <a:cubicBezTo>
                    <a:pt x="31904" y="1"/>
                    <a:pt x="31888" y="1"/>
                    <a:pt x="31872" y="1"/>
                  </a:cubicBezTo>
                  <a:lnTo>
                    <a:pt x="2113" y="529"/>
                  </a:lnTo>
                  <a:cubicBezTo>
                    <a:pt x="925" y="556"/>
                    <a:pt x="1" y="1559"/>
                    <a:pt x="54" y="2747"/>
                  </a:cubicBezTo>
                  <a:lnTo>
                    <a:pt x="1057" y="22023"/>
                  </a:lnTo>
                  <a:cubicBezTo>
                    <a:pt x="1109" y="23142"/>
                    <a:pt x="2058" y="24004"/>
                    <a:pt x="3197" y="24004"/>
                  </a:cubicBezTo>
                  <a:cubicBezTo>
                    <a:pt x="3214" y="24004"/>
                    <a:pt x="3232" y="24004"/>
                    <a:pt x="3249" y="24003"/>
                  </a:cubicBezTo>
                  <a:lnTo>
                    <a:pt x="33271" y="22710"/>
                  </a:lnTo>
                  <a:cubicBezTo>
                    <a:pt x="34459" y="22657"/>
                    <a:pt x="35384" y="21627"/>
                    <a:pt x="35304" y="20439"/>
                  </a:cubicBezTo>
                  <a:lnTo>
                    <a:pt x="34011" y="1955"/>
                  </a:lnTo>
                  <a:cubicBezTo>
                    <a:pt x="33932" y="863"/>
                    <a:pt x="33009" y="1"/>
                    <a:pt x="3192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8" name="Google Shape;3449;p71"/>
            <p:cNvSpPr/>
            <p:nvPr/>
          </p:nvSpPr>
          <p:spPr>
            <a:xfrm rot="21269400">
              <a:off x="6582600" y="772920"/>
              <a:ext cx="1089360" cy="541080"/>
            </a:xfrm>
            <a:custGeom>
              <a:avLst/>
              <a:gdLst>
                <a:gd name="textAreaLeft" fmla="*/ 0 w 1089360"/>
                <a:gd name="textAreaRight" fmla="*/ 1089720 w 1089360"/>
                <a:gd name="textAreaTop" fmla="*/ 0 h 541080"/>
                <a:gd name="textAreaBottom" fmla="*/ 541440 h 541080"/>
              </a:gdLst>
              <a:ahLst/>
              <a:cxnLst/>
              <a:rect l="textAreaLeft" t="textAreaTop" r="textAreaRight" b="textAreaBottom"/>
              <a:pathLst>
                <a:path w="30921" h="15370">
                  <a:moveTo>
                    <a:pt x="29017" y="0"/>
                  </a:moveTo>
                  <a:cubicBezTo>
                    <a:pt x="29000" y="0"/>
                    <a:pt x="28984" y="0"/>
                    <a:pt x="28967" y="1"/>
                  </a:cubicBezTo>
                  <a:lnTo>
                    <a:pt x="1189" y="1163"/>
                  </a:lnTo>
                  <a:cubicBezTo>
                    <a:pt x="502" y="1216"/>
                    <a:pt x="1" y="1797"/>
                    <a:pt x="54" y="2457"/>
                  </a:cubicBezTo>
                  <a:lnTo>
                    <a:pt x="1057" y="14286"/>
                  </a:lnTo>
                  <a:cubicBezTo>
                    <a:pt x="1108" y="14903"/>
                    <a:pt x="1610" y="15370"/>
                    <a:pt x="2221" y="15370"/>
                  </a:cubicBezTo>
                  <a:cubicBezTo>
                    <a:pt x="2238" y="15370"/>
                    <a:pt x="2255" y="15370"/>
                    <a:pt x="2272" y="15369"/>
                  </a:cubicBezTo>
                  <a:lnTo>
                    <a:pt x="29706" y="14762"/>
                  </a:lnTo>
                  <a:cubicBezTo>
                    <a:pt x="30366" y="14762"/>
                    <a:pt x="30921" y="14181"/>
                    <a:pt x="30868" y="13494"/>
                  </a:cubicBezTo>
                  <a:lnTo>
                    <a:pt x="30208" y="1137"/>
                  </a:lnTo>
                  <a:cubicBezTo>
                    <a:pt x="30182" y="493"/>
                    <a:pt x="29655" y="0"/>
                    <a:pt x="2901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3450;p71"/>
            <p:cNvSpPr/>
            <p:nvPr/>
          </p:nvSpPr>
          <p:spPr>
            <a:xfrm rot="21269400">
              <a:off x="6604920" y="1000800"/>
              <a:ext cx="1065960" cy="198000"/>
            </a:xfrm>
            <a:custGeom>
              <a:avLst/>
              <a:gdLst>
                <a:gd name="textAreaLeft" fmla="*/ 0 w 1065960"/>
                <a:gd name="textAreaRight" fmla="*/ 1066320 w 1065960"/>
                <a:gd name="textAreaTop" fmla="*/ 0 h 198000"/>
                <a:gd name="textAreaBottom" fmla="*/ 198360 h 198000"/>
              </a:gdLst>
              <a:ahLst/>
              <a:cxnLst/>
              <a:rect l="textAreaLeft" t="textAreaTop" r="textAreaRight" b="textAreaBottom"/>
              <a:pathLst>
                <a:path w="30261" h="5626">
                  <a:moveTo>
                    <a:pt x="30022" y="1"/>
                  </a:moveTo>
                  <a:lnTo>
                    <a:pt x="0" y="1004"/>
                  </a:lnTo>
                  <a:lnTo>
                    <a:pt x="396" y="5625"/>
                  </a:lnTo>
                  <a:lnTo>
                    <a:pt x="30260" y="4622"/>
                  </a:lnTo>
                  <a:lnTo>
                    <a:pt x="30022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3451;p71"/>
            <p:cNvSpPr/>
            <p:nvPr/>
          </p:nvSpPr>
          <p:spPr>
            <a:xfrm rot="21269400">
              <a:off x="6747840" y="977760"/>
              <a:ext cx="781200" cy="236160"/>
            </a:xfrm>
            <a:custGeom>
              <a:avLst/>
              <a:gdLst>
                <a:gd name="textAreaLeft" fmla="*/ 0 w 781200"/>
                <a:gd name="textAreaRight" fmla="*/ 781560 w 78120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22181" h="6712">
                  <a:moveTo>
                    <a:pt x="18901" y="1"/>
                  </a:moveTo>
                  <a:cubicBezTo>
                    <a:pt x="18868" y="1"/>
                    <a:pt x="18834" y="2"/>
                    <a:pt x="18801" y="3"/>
                  </a:cubicBezTo>
                  <a:lnTo>
                    <a:pt x="3248" y="293"/>
                  </a:lnTo>
                  <a:cubicBezTo>
                    <a:pt x="1400" y="346"/>
                    <a:pt x="0" y="1957"/>
                    <a:pt x="212" y="3805"/>
                  </a:cubicBezTo>
                  <a:lnTo>
                    <a:pt x="212" y="3937"/>
                  </a:lnTo>
                  <a:cubicBezTo>
                    <a:pt x="393" y="5514"/>
                    <a:pt x="1738" y="6711"/>
                    <a:pt x="3305" y="6711"/>
                  </a:cubicBezTo>
                  <a:cubicBezTo>
                    <a:pt x="3339" y="6711"/>
                    <a:pt x="3373" y="6711"/>
                    <a:pt x="3407" y="6709"/>
                  </a:cubicBezTo>
                  <a:lnTo>
                    <a:pt x="18959" y="6287"/>
                  </a:lnTo>
                  <a:cubicBezTo>
                    <a:pt x="20781" y="6234"/>
                    <a:pt x="22180" y="4650"/>
                    <a:pt x="21996" y="2828"/>
                  </a:cubicBezTo>
                  <a:cubicBezTo>
                    <a:pt x="21840" y="1224"/>
                    <a:pt x="20495" y="1"/>
                    <a:pt x="18901" y="1"/>
                  </a:cubicBezTo>
                  <a:close/>
                </a:path>
              </a:pathLst>
            </a:custGeom>
            <a:solidFill>
              <a:srgbClr val="FFDBD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3452;p71"/>
            <p:cNvSpPr/>
            <p:nvPr/>
          </p:nvSpPr>
          <p:spPr>
            <a:xfrm rot="21269400">
              <a:off x="6996240" y="1018080"/>
              <a:ext cx="310320" cy="118800"/>
            </a:xfrm>
            <a:custGeom>
              <a:avLst/>
              <a:gdLst>
                <a:gd name="textAreaLeft" fmla="*/ 0 w 310320"/>
                <a:gd name="textAreaRight" fmla="*/ 310680 w 310320"/>
                <a:gd name="textAreaTop" fmla="*/ 0 h 118800"/>
                <a:gd name="textAreaBottom" fmla="*/ 119160 h 118800"/>
              </a:gdLst>
              <a:ahLst/>
              <a:cxnLst/>
              <a:rect l="textAreaLeft" t="textAreaTop" r="textAreaRight" b="textAreaBottom"/>
              <a:pathLst>
                <a:path w="8820" h="3381">
                  <a:moveTo>
                    <a:pt x="8767" y="1"/>
                  </a:moveTo>
                  <a:lnTo>
                    <a:pt x="0" y="423"/>
                  </a:lnTo>
                  <a:lnTo>
                    <a:pt x="159" y="3381"/>
                  </a:lnTo>
                  <a:lnTo>
                    <a:pt x="8820" y="3169"/>
                  </a:lnTo>
                  <a:lnTo>
                    <a:pt x="8767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400" bIns="59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3453;p71"/>
            <p:cNvSpPr/>
            <p:nvPr/>
          </p:nvSpPr>
          <p:spPr>
            <a:xfrm rot="21269400">
              <a:off x="6808680" y="1064520"/>
              <a:ext cx="122400" cy="118080"/>
            </a:xfrm>
            <a:custGeom>
              <a:avLst/>
              <a:gdLst>
                <a:gd name="textAreaLeft" fmla="*/ 0 w 122400"/>
                <a:gd name="textAreaRight" fmla="*/ 122760 w 12240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3486" h="3363">
                  <a:moveTo>
                    <a:pt x="1705" y="0"/>
                  </a:moveTo>
                  <a:cubicBezTo>
                    <a:pt x="819" y="0"/>
                    <a:pt x="103" y="688"/>
                    <a:pt x="53" y="1591"/>
                  </a:cubicBezTo>
                  <a:cubicBezTo>
                    <a:pt x="0" y="2515"/>
                    <a:pt x="713" y="3307"/>
                    <a:pt x="1637" y="3360"/>
                  </a:cubicBezTo>
                  <a:cubicBezTo>
                    <a:pt x="1671" y="3362"/>
                    <a:pt x="1704" y="3363"/>
                    <a:pt x="1737" y="3363"/>
                  </a:cubicBezTo>
                  <a:cubicBezTo>
                    <a:pt x="2618" y="3363"/>
                    <a:pt x="3357" y="2692"/>
                    <a:pt x="3433" y="1775"/>
                  </a:cubicBezTo>
                  <a:cubicBezTo>
                    <a:pt x="3486" y="851"/>
                    <a:pt x="2773" y="59"/>
                    <a:pt x="1849" y="6"/>
                  </a:cubicBezTo>
                  <a:cubicBezTo>
                    <a:pt x="1800" y="2"/>
                    <a:pt x="1752" y="0"/>
                    <a:pt x="1705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040" bIns="59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3454;p71"/>
            <p:cNvSpPr/>
            <p:nvPr/>
          </p:nvSpPr>
          <p:spPr>
            <a:xfrm rot="21269400">
              <a:off x="6996240" y="1038240"/>
              <a:ext cx="100080" cy="10764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2853" h="3064">
                  <a:moveTo>
                    <a:pt x="2536" y="0"/>
                  </a:moveTo>
                  <a:lnTo>
                    <a:pt x="1" y="132"/>
                  </a:lnTo>
                  <a:lnTo>
                    <a:pt x="186" y="3063"/>
                  </a:lnTo>
                  <a:lnTo>
                    <a:pt x="2721" y="3010"/>
                  </a:lnTo>
                  <a:cubicBezTo>
                    <a:pt x="2773" y="2799"/>
                    <a:pt x="2800" y="2562"/>
                    <a:pt x="2800" y="2350"/>
                  </a:cubicBezTo>
                  <a:cubicBezTo>
                    <a:pt x="2853" y="1558"/>
                    <a:pt x="2773" y="766"/>
                    <a:pt x="25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3455;p71"/>
            <p:cNvSpPr/>
            <p:nvPr/>
          </p:nvSpPr>
          <p:spPr>
            <a:xfrm rot="21269400">
              <a:off x="7179840" y="1009440"/>
              <a:ext cx="126360" cy="114120"/>
            </a:xfrm>
            <a:custGeom>
              <a:avLst/>
              <a:gdLst>
                <a:gd name="textAreaLeft" fmla="*/ 0 w 126360"/>
                <a:gd name="textAreaRight" fmla="*/ 126720 w 12636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3592" h="3249">
                  <a:moveTo>
                    <a:pt x="3539" y="1"/>
                  </a:moveTo>
                  <a:lnTo>
                    <a:pt x="159" y="159"/>
                  </a:lnTo>
                  <a:cubicBezTo>
                    <a:pt x="106" y="450"/>
                    <a:pt x="80" y="767"/>
                    <a:pt x="53" y="1083"/>
                  </a:cubicBezTo>
                  <a:cubicBezTo>
                    <a:pt x="0" y="1823"/>
                    <a:pt x="80" y="2536"/>
                    <a:pt x="265" y="3249"/>
                  </a:cubicBezTo>
                  <a:lnTo>
                    <a:pt x="3592" y="3169"/>
                  </a:lnTo>
                  <a:lnTo>
                    <a:pt x="353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3456;p71"/>
            <p:cNvSpPr/>
            <p:nvPr/>
          </p:nvSpPr>
          <p:spPr>
            <a:xfrm rot="21269400">
              <a:off x="7328520" y="987480"/>
              <a:ext cx="140040" cy="1191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119160"/>
                <a:gd name="textAreaBottom" fmla="*/ 119520 h 119160"/>
              </a:gdLst>
              <a:ahLst/>
              <a:cxnLst/>
              <a:rect l="textAreaLeft" t="textAreaTop" r="textAreaRight" b="textAreaBottom"/>
              <a:pathLst>
                <a:path w="3986" h="3391">
                  <a:moveTo>
                    <a:pt x="2222" y="1"/>
                  </a:moveTo>
                  <a:cubicBezTo>
                    <a:pt x="796" y="1"/>
                    <a:pt x="1" y="1727"/>
                    <a:pt x="976" y="2830"/>
                  </a:cubicBezTo>
                  <a:cubicBezTo>
                    <a:pt x="1333" y="3216"/>
                    <a:pt x="1790" y="3391"/>
                    <a:pt x="2237" y="3391"/>
                  </a:cubicBezTo>
                  <a:cubicBezTo>
                    <a:pt x="3076" y="3391"/>
                    <a:pt x="3881" y="2774"/>
                    <a:pt x="3933" y="1774"/>
                  </a:cubicBezTo>
                  <a:cubicBezTo>
                    <a:pt x="3986" y="850"/>
                    <a:pt x="3273" y="58"/>
                    <a:pt x="2349" y="5"/>
                  </a:cubicBezTo>
                  <a:cubicBezTo>
                    <a:pt x="2306" y="2"/>
                    <a:pt x="2264" y="1"/>
                    <a:pt x="222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760" bIns="59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3457;p71"/>
            <p:cNvSpPr/>
            <p:nvPr/>
          </p:nvSpPr>
          <p:spPr>
            <a:xfrm rot="21269400">
              <a:off x="6777720" y="1338120"/>
              <a:ext cx="881640" cy="187560"/>
            </a:xfrm>
            <a:custGeom>
              <a:avLst/>
              <a:gdLst>
                <a:gd name="textAreaLeft" fmla="*/ 0 w 881640"/>
                <a:gd name="textAreaRight" fmla="*/ 882000 w 88164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25033" h="5334">
                  <a:moveTo>
                    <a:pt x="21890" y="0"/>
                  </a:moveTo>
                  <a:lnTo>
                    <a:pt x="2825" y="581"/>
                  </a:lnTo>
                  <a:cubicBezTo>
                    <a:pt x="2350" y="608"/>
                    <a:pt x="1901" y="898"/>
                    <a:pt x="1716" y="1347"/>
                  </a:cubicBezTo>
                  <a:lnTo>
                    <a:pt x="0" y="5334"/>
                  </a:lnTo>
                  <a:lnTo>
                    <a:pt x="0" y="5334"/>
                  </a:lnTo>
                  <a:lnTo>
                    <a:pt x="25032" y="4251"/>
                  </a:lnTo>
                  <a:lnTo>
                    <a:pt x="23025" y="660"/>
                  </a:lnTo>
                  <a:cubicBezTo>
                    <a:pt x="22788" y="238"/>
                    <a:pt x="22365" y="0"/>
                    <a:pt x="2189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7" name="Google Shape;3458;p71"/>
            <p:cNvSpPr/>
            <p:nvPr/>
          </p:nvSpPr>
          <p:spPr>
            <a:xfrm rot="21269400">
              <a:off x="6865200" y="1460160"/>
              <a:ext cx="39600" cy="3780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136" h="1088">
                  <a:moveTo>
                    <a:pt x="537" y="1"/>
                  </a:moveTo>
                  <a:cubicBezTo>
                    <a:pt x="264" y="1"/>
                    <a:pt x="26" y="229"/>
                    <a:pt x="26" y="505"/>
                  </a:cubicBezTo>
                  <a:cubicBezTo>
                    <a:pt x="0" y="821"/>
                    <a:pt x="238" y="1086"/>
                    <a:pt x="528" y="1086"/>
                  </a:cubicBezTo>
                  <a:cubicBezTo>
                    <a:pt x="544" y="1087"/>
                    <a:pt x="560" y="1088"/>
                    <a:pt x="576" y="1088"/>
                  </a:cubicBezTo>
                  <a:cubicBezTo>
                    <a:pt x="871" y="1088"/>
                    <a:pt x="1109" y="859"/>
                    <a:pt x="1109" y="584"/>
                  </a:cubicBezTo>
                  <a:cubicBezTo>
                    <a:pt x="1135" y="267"/>
                    <a:pt x="898" y="3"/>
                    <a:pt x="581" y="3"/>
                  </a:cubicBezTo>
                  <a:cubicBezTo>
                    <a:pt x="566" y="2"/>
                    <a:pt x="551" y="1"/>
                    <a:pt x="53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3459;p71"/>
            <p:cNvSpPr/>
            <p:nvPr/>
          </p:nvSpPr>
          <p:spPr>
            <a:xfrm rot="21269400">
              <a:off x="6940080" y="1398960"/>
              <a:ext cx="34200" cy="3132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978" h="904">
                  <a:moveTo>
                    <a:pt x="478" y="1"/>
                  </a:moveTo>
                  <a:cubicBezTo>
                    <a:pt x="238" y="1"/>
                    <a:pt x="51" y="179"/>
                    <a:pt x="27" y="426"/>
                  </a:cubicBezTo>
                  <a:cubicBezTo>
                    <a:pt x="0" y="690"/>
                    <a:pt x="211" y="901"/>
                    <a:pt x="476" y="901"/>
                  </a:cubicBezTo>
                  <a:cubicBezTo>
                    <a:pt x="491" y="903"/>
                    <a:pt x="506" y="904"/>
                    <a:pt x="521" y="904"/>
                  </a:cubicBezTo>
                  <a:cubicBezTo>
                    <a:pt x="743" y="904"/>
                    <a:pt x="951" y="726"/>
                    <a:pt x="951" y="479"/>
                  </a:cubicBezTo>
                  <a:cubicBezTo>
                    <a:pt x="977" y="215"/>
                    <a:pt x="766" y="3"/>
                    <a:pt x="528" y="3"/>
                  </a:cubicBezTo>
                  <a:cubicBezTo>
                    <a:pt x="511" y="2"/>
                    <a:pt x="495" y="1"/>
                    <a:pt x="47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3460;p71"/>
            <p:cNvSpPr/>
            <p:nvPr/>
          </p:nvSpPr>
          <p:spPr>
            <a:xfrm rot="21269400">
              <a:off x="7454880" y="1341360"/>
              <a:ext cx="37440" cy="320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076" h="915">
                  <a:moveTo>
                    <a:pt x="596" y="0"/>
                  </a:moveTo>
                  <a:cubicBezTo>
                    <a:pt x="219" y="0"/>
                    <a:pt x="0" y="459"/>
                    <a:pt x="257" y="767"/>
                  </a:cubicBezTo>
                  <a:cubicBezTo>
                    <a:pt x="349" y="868"/>
                    <a:pt x="470" y="915"/>
                    <a:pt x="590" y="915"/>
                  </a:cubicBezTo>
                  <a:cubicBezTo>
                    <a:pt x="813" y="915"/>
                    <a:pt x="1032" y="752"/>
                    <a:pt x="1050" y="476"/>
                  </a:cubicBezTo>
                  <a:cubicBezTo>
                    <a:pt x="1076" y="239"/>
                    <a:pt x="891" y="1"/>
                    <a:pt x="627" y="1"/>
                  </a:cubicBezTo>
                  <a:cubicBezTo>
                    <a:pt x="616" y="0"/>
                    <a:pt x="606" y="0"/>
                    <a:pt x="59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3461;p71"/>
            <p:cNvSpPr/>
            <p:nvPr/>
          </p:nvSpPr>
          <p:spPr>
            <a:xfrm rot="21269400">
              <a:off x="7526160" y="1382760"/>
              <a:ext cx="45000" cy="3780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288" h="1088">
                  <a:moveTo>
                    <a:pt x="702" y="0"/>
                  </a:moveTo>
                  <a:cubicBezTo>
                    <a:pt x="246" y="0"/>
                    <a:pt x="1" y="563"/>
                    <a:pt x="310" y="899"/>
                  </a:cubicBezTo>
                  <a:cubicBezTo>
                    <a:pt x="431" y="1029"/>
                    <a:pt x="581" y="1087"/>
                    <a:pt x="727" y="1087"/>
                  </a:cubicBezTo>
                  <a:cubicBezTo>
                    <a:pt x="994" y="1087"/>
                    <a:pt x="1244" y="890"/>
                    <a:pt x="1261" y="582"/>
                  </a:cubicBezTo>
                  <a:cubicBezTo>
                    <a:pt x="1287" y="265"/>
                    <a:pt x="1050" y="1"/>
                    <a:pt x="733" y="1"/>
                  </a:cubicBezTo>
                  <a:cubicBezTo>
                    <a:pt x="722" y="1"/>
                    <a:pt x="712" y="0"/>
                    <a:pt x="70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3462;p71"/>
            <p:cNvSpPr/>
            <p:nvPr/>
          </p:nvSpPr>
          <p:spPr>
            <a:xfrm rot="21269400">
              <a:off x="6647400" y="829800"/>
              <a:ext cx="897480" cy="28440"/>
            </a:xfrm>
            <a:custGeom>
              <a:avLst/>
              <a:gdLst>
                <a:gd name="textAreaLeft" fmla="*/ 0 w 897480"/>
                <a:gd name="textAreaRight" fmla="*/ 897840 w 89748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25481" h="819" fill="none">
                  <a:moveTo>
                    <a:pt x="0" y="819"/>
                  </a:moveTo>
                  <a:lnTo>
                    <a:pt x="25481" y="0"/>
                  </a:lnTo>
                </a:path>
              </a:pathLst>
            </a:custGeom>
            <a:solidFill>
              <a:schemeClr val="dk1"/>
            </a:solidFill>
            <a:ln w="105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3463;p71"/>
            <p:cNvSpPr/>
            <p:nvPr/>
          </p:nvSpPr>
          <p:spPr>
            <a:xfrm rot="21269400">
              <a:off x="6658560" y="879480"/>
              <a:ext cx="896760" cy="34200"/>
            </a:xfrm>
            <a:custGeom>
              <a:avLst/>
              <a:gdLst>
                <a:gd name="textAreaLeft" fmla="*/ 0 w 896760"/>
                <a:gd name="textAreaRight" fmla="*/ 897120 w 89676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25455" h="978" fill="none">
                  <a:moveTo>
                    <a:pt x="0" y="978"/>
                  </a:moveTo>
                  <a:lnTo>
                    <a:pt x="25454" y="1"/>
                  </a:lnTo>
                </a:path>
              </a:pathLst>
            </a:custGeom>
            <a:solidFill>
              <a:schemeClr val="dk1"/>
            </a:solidFill>
            <a:ln w="105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3464;p71"/>
            <p:cNvSpPr/>
            <p:nvPr/>
          </p:nvSpPr>
          <p:spPr>
            <a:xfrm rot="21269400">
              <a:off x="6660360" y="940320"/>
              <a:ext cx="905760" cy="27720"/>
            </a:xfrm>
            <a:custGeom>
              <a:avLst/>
              <a:gdLst>
                <a:gd name="textAreaLeft" fmla="*/ 0 w 905760"/>
                <a:gd name="textAreaRight" fmla="*/ 906120 w 90576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5719" h="793" fill="none">
                  <a:moveTo>
                    <a:pt x="0" y="793"/>
                  </a:moveTo>
                  <a:lnTo>
                    <a:pt x="25719" y="1"/>
                  </a:lnTo>
                </a:path>
              </a:pathLst>
            </a:custGeom>
            <a:solidFill>
              <a:schemeClr val="dk1"/>
            </a:solidFill>
            <a:ln w="105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3465;p71"/>
            <p:cNvSpPr/>
            <p:nvPr/>
          </p:nvSpPr>
          <p:spPr>
            <a:xfrm rot="21269400">
              <a:off x="6540120" y="819360"/>
              <a:ext cx="46080" cy="460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1322" h="1321">
                  <a:moveTo>
                    <a:pt x="714" y="0"/>
                  </a:moveTo>
                  <a:cubicBezTo>
                    <a:pt x="344" y="0"/>
                    <a:pt x="27" y="264"/>
                    <a:pt x="1" y="634"/>
                  </a:cubicBezTo>
                  <a:cubicBezTo>
                    <a:pt x="1" y="977"/>
                    <a:pt x="265" y="1294"/>
                    <a:pt x="608" y="1321"/>
                  </a:cubicBezTo>
                  <a:cubicBezTo>
                    <a:pt x="978" y="1321"/>
                    <a:pt x="1295" y="1056"/>
                    <a:pt x="1321" y="713"/>
                  </a:cubicBezTo>
                  <a:cubicBezTo>
                    <a:pt x="1321" y="344"/>
                    <a:pt x="1057" y="27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3466;p71"/>
            <p:cNvSpPr/>
            <p:nvPr/>
          </p:nvSpPr>
          <p:spPr>
            <a:xfrm rot="21269400">
              <a:off x="6633360" y="1486800"/>
              <a:ext cx="47160" cy="4608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1348" h="1322">
                  <a:moveTo>
                    <a:pt x="713" y="1"/>
                  </a:moveTo>
                  <a:cubicBezTo>
                    <a:pt x="344" y="1"/>
                    <a:pt x="53" y="265"/>
                    <a:pt x="27" y="608"/>
                  </a:cubicBezTo>
                  <a:cubicBezTo>
                    <a:pt x="0" y="978"/>
                    <a:pt x="264" y="1295"/>
                    <a:pt x="634" y="1321"/>
                  </a:cubicBezTo>
                  <a:cubicBezTo>
                    <a:pt x="977" y="1321"/>
                    <a:pt x="1294" y="1057"/>
                    <a:pt x="1321" y="714"/>
                  </a:cubicBezTo>
                  <a:cubicBezTo>
                    <a:pt x="1347" y="344"/>
                    <a:pt x="1057" y="27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3467;p71"/>
            <p:cNvSpPr/>
            <p:nvPr/>
          </p:nvSpPr>
          <p:spPr>
            <a:xfrm rot="21269400">
              <a:off x="7599960" y="680760"/>
              <a:ext cx="47160" cy="4536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1348" h="1299">
                  <a:moveTo>
                    <a:pt x="666" y="1"/>
                  </a:moveTo>
                  <a:cubicBezTo>
                    <a:pt x="342" y="1"/>
                    <a:pt x="52" y="257"/>
                    <a:pt x="27" y="610"/>
                  </a:cubicBezTo>
                  <a:cubicBezTo>
                    <a:pt x="1" y="979"/>
                    <a:pt x="291" y="1270"/>
                    <a:pt x="634" y="1296"/>
                  </a:cubicBezTo>
                  <a:cubicBezTo>
                    <a:pt x="651" y="1298"/>
                    <a:pt x="668" y="1298"/>
                    <a:pt x="685" y="1298"/>
                  </a:cubicBezTo>
                  <a:cubicBezTo>
                    <a:pt x="1030" y="1298"/>
                    <a:pt x="1297" y="1042"/>
                    <a:pt x="1347" y="689"/>
                  </a:cubicBezTo>
                  <a:cubicBezTo>
                    <a:pt x="1347" y="319"/>
                    <a:pt x="1083" y="29"/>
                    <a:pt x="714" y="2"/>
                  </a:cubicBezTo>
                  <a:cubicBezTo>
                    <a:pt x="698" y="1"/>
                    <a:pt x="682" y="1"/>
                    <a:pt x="66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3468;p71"/>
            <p:cNvSpPr/>
            <p:nvPr/>
          </p:nvSpPr>
          <p:spPr>
            <a:xfrm rot="21269400">
              <a:off x="7704360" y="1342080"/>
              <a:ext cx="54000" cy="4608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1544" h="1319">
                  <a:moveTo>
                    <a:pt x="850" y="0"/>
                  </a:moveTo>
                  <a:cubicBezTo>
                    <a:pt x="306" y="0"/>
                    <a:pt x="0" y="678"/>
                    <a:pt x="382" y="1086"/>
                  </a:cubicBezTo>
                  <a:cubicBezTo>
                    <a:pt x="514" y="1246"/>
                    <a:pt x="692" y="1318"/>
                    <a:pt x="869" y="1318"/>
                  </a:cubicBezTo>
                  <a:cubicBezTo>
                    <a:pt x="1188" y="1318"/>
                    <a:pt x="1501" y="1081"/>
                    <a:pt x="1518" y="690"/>
                  </a:cubicBezTo>
                  <a:cubicBezTo>
                    <a:pt x="1544" y="346"/>
                    <a:pt x="1280" y="30"/>
                    <a:pt x="910" y="3"/>
                  </a:cubicBezTo>
                  <a:cubicBezTo>
                    <a:pt x="890" y="1"/>
                    <a:pt x="869" y="0"/>
                    <a:pt x="8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8" name="Google Shape;3469;p71"/>
          <p:cNvGrpSpPr/>
          <p:nvPr/>
        </p:nvGrpSpPr>
        <p:grpSpPr>
          <a:xfrm>
            <a:off x="1702800" y="4365360"/>
            <a:ext cx="1700640" cy="1298520"/>
            <a:chOff x="1702800" y="4365360"/>
            <a:chExt cx="1700640" cy="1298520"/>
          </a:xfrm>
        </p:grpSpPr>
        <p:sp>
          <p:nvSpPr>
            <p:cNvPr id="559" name="Google Shape;3470;p71"/>
            <p:cNvSpPr/>
            <p:nvPr/>
          </p:nvSpPr>
          <p:spPr>
            <a:xfrm rot="19787400">
              <a:off x="1726200" y="4744800"/>
              <a:ext cx="1653840" cy="539640"/>
            </a:xfrm>
            <a:custGeom>
              <a:avLst/>
              <a:gdLst>
                <a:gd name="textAreaLeft" fmla="*/ 0 w 1653840"/>
                <a:gd name="textAreaRight" fmla="*/ 1654200 w 165384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3471;p71"/>
            <p:cNvSpPr/>
            <p:nvPr/>
          </p:nvSpPr>
          <p:spPr>
            <a:xfrm rot="19787400">
              <a:off x="1995480" y="510156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3472;p71"/>
            <p:cNvSpPr/>
            <p:nvPr/>
          </p:nvSpPr>
          <p:spPr>
            <a:xfrm rot="19787400">
              <a:off x="2863800" y="45378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3473;p71"/>
            <p:cNvSpPr/>
            <p:nvPr/>
          </p:nvSpPr>
          <p:spPr>
            <a:xfrm rot="19787400">
              <a:off x="2289600" y="491076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3474;p71"/>
            <p:cNvSpPr/>
            <p:nvPr/>
          </p:nvSpPr>
          <p:spPr>
            <a:xfrm rot="19787400">
              <a:off x="2567880" y="473004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3475;p71"/>
            <p:cNvSpPr/>
            <p:nvPr/>
          </p:nvSpPr>
          <p:spPr>
            <a:xfrm rot="19787400">
              <a:off x="2716560" y="4633560"/>
              <a:ext cx="233280" cy="39708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3476;p71"/>
            <p:cNvSpPr/>
            <p:nvPr/>
          </p:nvSpPr>
          <p:spPr>
            <a:xfrm rot="19787400">
              <a:off x="2142720" y="500580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3477;p71"/>
            <p:cNvSpPr/>
            <p:nvPr/>
          </p:nvSpPr>
          <p:spPr>
            <a:xfrm rot="19787400">
              <a:off x="2440440" y="482040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3478;p71"/>
            <p:cNvSpPr/>
            <p:nvPr/>
          </p:nvSpPr>
          <p:spPr>
            <a:xfrm rot="19787400">
              <a:off x="3013920" y="444708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3479;p71"/>
            <p:cNvSpPr/>
            <p:nvPr/>
          </p:nvSpPr>
          <p:spPr>
            <a:xfrm rot="19787400">
              <a:off x="1877760" y="519012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69" name="Google Shape;3480;p71"/>
          <p:cNvGrpSpPr/>
          <p:nvPr/>
        </p:nvGrpSpPr>
        <p:grpSpPr>
          <a:xfrm>
            <a:off x="3490200" y="-552960"/>
            <a:ext cx="1643040" cy="1300680"/>
            <a:chOff x="3490200" y="-552960"/>
            <a:chExt cx="1643040" cy="1300680"/>
          </a:xfrm>
        </p:grpSpPr>
        <p:sp>
          <p:nvSpPr>
            <p:cNvPr id="570" name="Google Shape;3481;p71"/>
            <p:cNvSpPr/>
            <p:nvPr/>
          </p:nvSpPr>
          <p:spPr>
            <a:xfrm rot="1988400">
              <a:off x="3485520" y="-139680"/>
              <a:ext cx="1652400" cy="474480"/>
            </a:xfrm>
            <a:custGeom>
              <a:avLst/>
              <a:gdLst>
                <a:gd name="textAreaLeft" fmla="*/ 0 w 1652400"/>
                <a:gd name="textAreaRight" fmla="*/ 1652760 w 165240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128944" h="37053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56972" dir="2992196" algn="bl" rotWithShape="0">
                <a:schemeClr val="dk1">
                  <a:alpha val="79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1" name="Google Shape;3482;p71"/>
            <p:cNvSpPr/>
            <p:nvPr/>
          </p:nvSpPr>
          <p:spPr>
            <a:xfrm rot="1988400">
              <a:off x="3440520" y="192600"/>
              <a:ext cx="1571400" cy="76320"/>
            </a:xfrm>
            <a:custGeom>
              <a:avLst/>
              <a:gdLst>
                <a:gd name="textAreaLeft" fmla="*/ 0 w 1571400"/>
                <a:gd name="textAreaRight" fmla="*/ 1571760 w 157140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122605" h="5968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3483;p71"/>
            <p:cNvSpPr/>
            <p:nvPr/>
          </p:nvSpPr>
          <p:spPr>
            <a:xfrm rot="1988400">
              <a:off x="3828240" y="-38952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3484;p71"/>
            <p:cNvSpPr/>
            <p:nvPr/>
          </p:nvSpPr>
          <p:spPr>
            <a:xfrm rot="1988400">
              <a:off x="4115160" y="-20232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3485;p71"/>
            <p:cNvSpPr/>
            <p:nvPr/>
          </p:nvSpPr>
          <p:spPr>
            <a:xfrm rot="1988400">
              <a:off x="4409640" y="-1080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4" h="5944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5" name="Google Shape;3486;p71"/>
            <p:cNvSpPr/>
            <p:nvPr/>
          </p:nvSpPr>
          <p:spPr>
            <a:xfrm rot="1988400">
              <a:off x="4696560" y="17604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5" h="5944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6" name="Google Shape;3487;p71"/>
            <p:cNvSpPr/>
            <p:nvPr/>
          </p:nvSpPr>
          <p:spPr>
            <a:xfrm rot="1988400">
              <a:off x="4274280" y="-106560"/>
              <a:ext cx="146880" cy="759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487" h="5944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3488;p71"/>
            <p:cNvSpPr/>
            <p:nvPr/>
          </p:nvSpPr>
          <p:spPr>
            <a:xfrm rot="1988400">
              <a:off x="4854600" y="270360"/>
              <a:ext cx="142200" cy="759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108" h="5944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3489;p71"/>
            <p:cNvSpPr/>
            <p:nvPr/>
          </p:nvSpPr>
          <p:spPr>
            <a:xfrm rot="1988400">
              <a:off x="4567320" y="82440"/>
              <a:ext cx="140040" cy="759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961" h="5944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3490;p71"/>
            <p:cNvSpPr/>
            <p:nvPr/>
          </p:nvSpPr>
          <p:spPr>
            <a:xfrm rot="1988400">
              <a:off x="3987720" y="-295920"/>
              <a:ext cx="138600" cy="7596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834" h="5944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0" name="Google Shape;3491;p71"/>
            <p:cNvSpPr/>
            <p:nvPr/>
          </p:nvSpPr>
          <p:spPr>
            <a:xfrm rot="1988400">
              <a:off x="3676320" y="-396000"/>
              <a:ext cx="104760" cy="964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8200" h="7546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1" name="Google Shape;3492;p71"/>
            <p:cNvSpPr/>
            <p:nvPr/>
          </p:nvSpPr>
          <p:spPr>
            <a:xfrm rot="1988400">
              <a:off x="3615120" y="-299160"/>
              <a:ext cx="104760" cy="896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8200" h="702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2" name="Google Shape;3493;p71"/>
            <p:cNvSpPr/>
            <p:nvPr/>
          </p:nvSpPr>
          <p:spPr>
            <a:xfrm rot="1988400">
              <a:off x="3733200" y="-473400"/>
              <a:ext cx="104760" cy="7596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8200" h="5965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3494;p71"/>
            <p:cNvSpPr/>
            <p:nvPr/>
          </p:nvSpPr>
          <p:spPr>
            <a:xfrm rot="1988400">
              <a:off x="4935960" y="414360"/>
              <a:ext cx="69120" cy="95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418" h="7507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3495;p71"/>
            <p:cNvSpPr/>
            <p:nvPr/>
          </p:nvSpPr>
          <p:spPr>
            <a:xfrm rot="1988400">
              <a:off x="4875120" y="511200"/>
              <a:ext cx="69120" cy="8928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5418" h="700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3496;p71"/>
            <p:cNvSpPr/>
            <p:nvPr/>
          </p:nvSpPr>
          <p:spPr>
            <a:xfrm rot="1988400">
              <a:off x="4992840" y="336960"/>
              <a:ext cx="69120" cy="75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5418" h="5944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6" name="Google Shape;3497;p71"/>
            <p:cNvSpPr/>
            <p:nvPr/>
          </p:nvSpPr>
          <p:spPr>
            <a:xfrm rot="1988400">
              <a:off x="3771360" y="-312480"/>
              <a:ext cx="170640" cy="964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342" h="7546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3498;p71"/>
            <p:cNvSpPr/>
            <p:nvPr/>
          </p:nvSpPr>
          <p:spPr>
            <a:xfrm rot="1988400">
              <a:off x="4058280" y="-125280"/>
              <a:ext cx="170280" cy="9612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3321" h="7525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8" name="Google Shape;3499;p71"/>
            <p:cNvSpPr/>
            <p:nvPr/>
          </p:nvSpPr>
          <p:spPr>
            <a:xfrm rot="1988400">
              <a:off x="4639320" y="25344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195" h="7546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3500;p71"/>
            <p:cNvSpPr/>
            <p:nvPr/>
          </p:nvSpPr>
          <p:spPr>
            <a:xfrm rot="1988400">
              <a:off x="4352400" y="65880"/>
              <a:ext cx="169200" cy="9648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215" h="7546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3501;p71"/>
            <p:cNvSpPr/>
            <p:nvPr/>
          </p:nvSpPr>
          <p:spPr>
            <a:xfrm rot="1988400">
              <a:off x="3997440" y="-28080"/>
              <a:ext cx="170640" cy="892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42" h="6999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3502;p71"/>
            <p:cNvSpPr/>
            <p:nvPr/>
          </p:nvSpPr>
          <p:spPr>
            <a:xfrm rot="1988400">
              <a:off x="3710160" y="-215640"/>
              <a:ext cx="170640" cy="89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342" h="702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3503;p71"/>
            <p:cNvSpPr/>
            <p:nvPr/>
          </p:nvSpPr>
          <p:spPr>
            <a:xfrm rot="1988400">
              <a:off x="4578480" y="350280"/>
              <a:ext cx="169200" cy="8928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216" h="700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3504;p71"/>
            <p:cNvSpPr/>
            <p:nvPr/>
          </p:nvSpPr>
          <p:spPr>
            <a:xfrm rot="1988400">
              <a:off x="4291560" y="162720"/>
              <a:ext cx="168840" cy="896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194" h="702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3505;p71"/>
            <p:cNvSpPr/>
            <p:nvPr/>
          </p:nvSpPr>
          <p:spPr>
            <a:xfrm rot="1988400">
              <a:off x="4217040" y="-28800"/>
              <a:ext cx="146880" cy="964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487" h="7546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3506;p71"/>
            <p:cNvSpPr/>
            <p:nvPr/>
          </p:nvSpPr>
          <p:spPr>
            <a:xfrm rot="1988400">
              <a:off x="4797000" y="347760"/>
              <a:ext cx="142200" cy="9648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108" h="7546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3507;p71"/>
            <p:cNvSpPr/>
            <p:nvPr/>
          </p:nvSpPr>
          <p:spPr>
            <a:xfrm rot="1988400">
              <a:off x="4510440" y="15948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0961" h="7527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3508;p71"/>
            <p:cNvSpPr/>
            <p:nvPr/>
          </p:nvSpPr>
          <p:spPr>
            <a:xfrm rot="1988400">
              <a:off x="3930840" y="-218520"/>
              <a:ext cx="138960" cy="9648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855" h="7546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3509;p71"/>
            <p:cNvSpPr/>
            <p:nvPr/>
          </p:nvSpPr>
          <p:spPr>
            <a:xfrm rot="1988400">
              <a:off x="4156560" y="67680"/>
              <a:ext cx="146880" cy="892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1487" h="7001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3510;p71"/>
            <p:cNvSpPr/>
            <p:nvPr/>
          </p:nvSpPr>
          <p:spPr>
            <a:xfrm rot="1988400">
              <a:off x="4736160" y="444240"/>
              <a:ext cx="141840" cy="896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1087" h="702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3511;p71"/>
            <p:cNvSpPr/>
            <p:nvPr/>
          </p:nvSpPr>
          <p:spPr>
            <a:xfrm rot="1988400">
              <a:off x="4449240" y="256680"/>
              <a:ext cx="140040" cy="8928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61" h="700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3512;p71"/>
            <p:cNvSpPr/>
            <p:nvPr/>
          </p:nvSpPr>
          <p:spPr>
            <a:xfrm rot="1988400">
              <a:off x="3869640" y="-122040"/>
              <a:ext cx="138960" cy="8928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855" h="7001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3513;p71"/>
            <p:cNvSpPr/>
            <p:nvPr/>
          </p:nvSpPr>
          <p:spPr>
            <a:xfrm rot="1988400">
              <a:off x="3525120" y="-99000"/>
              <a:ext cx="1573200" cy="393840"/>
            </a:xfrm>
            <a:custGeom>
              <a:avLst/>
              <a:gdLst>
                <a:gd name="textAreaLeft" fmla="*/ 0 w 1573200"/>
                <a:gd name="textAreaRight" fmla="*/ 1573560 w 157320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22748" h="30762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ECBA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3" name="Rectangle 602"/>
          <p:cNvSpPr/>
          <p:nvPr/>
        </p:nvSpPr>
        <p:spPr>
          <a:xfrm>
            <a:off x="1143000" y="1305000"/>
            <a:ext cx="37144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77500" lnSpcReduction="200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300" b="1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Metrics &amp; Curves</a:t>
            </a:r>
            <a:endParaRPr lang="en-US" sz="43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4" name="Rectangle 603"/>
          <p:cNvSpPr/>
          <p:nvPr/>
        </p:nvSpPr>
        <p:spPr>
          <a:xfrm>
            <a:off x="849070" y="1898580"/>
            <a:ext cx="3622101" cy="2447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Evaluate using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Accuracy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,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F1-score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, Precision, Recall, and ROC‑AUC.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Plot ROC and Precision–Recall curves to assess threshold behavior and class imbalance.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Report validation and test metrics with 95% CI where applicable to show statistical reliability.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C2A6C-7458-4CF8-2987-2AE8AC621E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171" y="1666815"/>
            <a:ext cx="4432680" cy="29551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EDFE30-F370-A115-AEFF-38231A6E9D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449" y="1602638"/>
            <a:ext cx="3102335" cy="25455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605" name="Google Shape;2174;p53"/>
          <p:cNvGrpSpPr/>
          <p:nvPr/>
        </p:nvGrpSpPr>
        <p:grpSpPr>
          <a:xfrm>
            <a:off x="7759891" y="3948643"/>
            <a:ext cx="1002240" cy="934200"/>
            <a:chOff x="7580880" y="3673440"/>
            <a:chExt cx="1002240" cy="934200"/>
          </a:xfrm>
        </p:grpSpPr>
        <p:sp>
          <p:nvSpPr>
            <p:cNvPr id="606" name="Google Shape;2175;p53"/>
            <p:cNvSpPr/>
            <p:nvPr/>
          </p:nvSpPr>
          <p:spPr>
            <a:xfrm>
              <a:off x="7580880" y="3673440"/>
              <a:ext cx="1002240" cy="934200"/>
            </a:xfrm>
            <a:custGeom>
              <a:avLst/>
              <a:gdLst>
                <a:gd name="textAreaLeft" fmla="*/ 0 w 1002240"/>
                <a:gd name="textAreaRight" fmla="*/ 1002600 w 1002240"/>
                <a:gd name="textAreaTop" fmla="*/ 0 h 934200"/>
                <a:gd name="textAreaBottom" fmla="*/ 934560 h 934200"/>
              </a:gdLst>
              <a:ahLst/>
              <a:cxnLst/>
              <a:rect l="textAreaLeft" t="textAreaTop" r="textAreaRight" b="textAreaBottom"/>
              <a:pathLst>
                <a:path w="49258" h="45910">
                  <a:moveTo>
                    <a:pt x="25421" y="1"/>
                  </a:moveTo>
                  <a:cubicBezTo>
                    <a:pt x="15700" y="433"/>
                    <a:pt x="7346" y="6878"/>
                    <a:pt x="4429" y="16132"/>
                  </a:cubicBezTo>
                  <a:cubicBezTo>
                    <a:pt x="4429" y="16204"/>
                    <a:pt x="4393" y="16276"/>
                    <a:pt x="4393" y="16384"/>
                  </a:cubicBezTo>
                  <a:cubicBezTo>
                    <a:pt x="1" y="31075"/>
                    <a:pt x="10983" y="45873"/>
                    <a:pt x="26358" y="45909"/>
                  </a:cubicBezTo>
                  <a:lnTo>
                    <a:pt x="26322" y="45873"/>
                  </a:lnTo>
                  <a:lnTo>
                    <a:pt x="26322" y="45873"/>
                  </a:lnTo>
                  <a:cubicBezTo>
                    <a:pt x="26354" y="45874"/>
                    <a:pt x="26387" y="45874"/>
                    <a:pt x="26420" y="45874"/>
                  </a:cubicBezTo>
                  <a:cubicBezTo>
                    <a:pt x="34699" y="45874"/>
                    <a:pt x="42325" y="41344"/>
                    <a:pt x="46377" y="34099"/>
                  </a:cubicBezTo>
                  <a:cubicBezTo>
                    <a:pt x="46485" y="33955"/>
                    <a:pt x="46593" y="33811"/>
                    <a:pt x="46665" y="33667"/>
                  </a:cubicBezTo>
                  <a:cubicBezTo>
                    <a:pt x="48358" y="30355"/>
                    <a:pt x="49258" y="26718"/>
                    <a:pt x="49258" y="23045"/>
                  </a:cubicBezTo>
                  <a:lnTo>
                    <a:pt x="49258" y="22973"/>
                  </a:lnTo>
                  <a:cubicBezTo>
                    <a:pt x="49258" y="16780"/>
                    <a:pt x="46773" y="10875"/>
                    <a:pt x="42381" y="6590"/>
                  </a:cubicBezTo>
                  <a:lnTo>
                    <a:pt x="42237" y="6446"/>
                  </a:lnTo>
                  <a:cubicBezTo>
                    <a:pt x="42165" y="6374"/>
                    <a:pt x="42093" y="6338"/>
                    <a:pt x="42021" y="6266"/>
                  </a:cubicBezTo>
                  <a:cubicBezTo>
                    <a:pt x="41300" y="5582"/>
                    <a:pt x="40544" y="4970"/>
                    <a:pt x="39788" y="4358"/>
                  </a:cubicBezTo>
                  <a:cubicBezTo>
                    <a:pt x="39680" y="4322"/>
                    <a:pt x="39608" y="4250"/>
                    <a:pt x="39536" y="4214"/>
                  </a:cubicBezTo>
                  <a:cubicBezTo>
                    <a:pt x="35683" y="1477"/>
                    <a:pt x="31074" y="37"/>
                    <a:pt x="26322" y="37"/>
                  </a:cubicBezTo>
                  <a:lnTo>
                    <a:pt x="25961" y="37"/>
                  </a:lnTo>
                  <a:cubicBezTo>
                    <a:pt x="25817" y="1"/>
                    <a:pt x="25673" y="1"/>
                    <a:pt x="255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75967" dir="2884399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2176;p53"/>
            <p:cNvSpPr/>
            <p:nvPr/>
          </p:nvSpPr>
          <p:spPr>
            <a:xfrm>
              <a:off x="7597080" y="3722040"/>
              <a:ext cx="932760" cy="826560"/>
            </a:xfrm>
            <a:custGeom>
              <a:avLst/>
              <a:gdLst>
                <a:gd name="textAreaLeft" fmla="*/ 0 w 932760"/>
                <a:gd name="textAreaRight" fmla="*/ 933120 w 932760"/>
                <a:gd name="textAreaTop" fmla="*/ 0 h 826560"/>
                <a:gd name="textAreaBottom" fmla="*/ 826920 h 826560"/>
              </a:gdLst>
              <a:ahLst/>
              <a:cxnLst/>
              <a:rect l="textAreaLeft" t="textAreaTop" r="textAreaRight" b="textAreaBottom"/>
              <a:pathLst>
                <a:path w="45838" h="40619">
                  <a:moveTo>
                    <a:pt x="24665" y="0"/>
                  </a:moveTo>
                  <a:cubicBezTo>
                    <a:pt x="9038" y="649"/>
                    <a:pt x="1" y="17932"/>
                    <a:pt x="8354" y="31146"/>
                  </a:cubicBezTo>
                  <a:cubicBezTo>
                    <a:pt x="12350" y="37494"/>
                    <a:pt x="18929" y="40618"/>
                    <a:pt x="25499" y="40618"/>
                  </a:cubicBezTo>
                  <a:cubicBezTo>
                    <a:pt x="32605" y="40618"/>
                    <a:pt x="39699" y="36963"/>
                    <a:pt x="43497" y="29778"/>
                  </a:cubicBezTo>
                  <a:cubicBezTo>
                    <a:pt x="43533" y="29706"/>
                    <a:pt x="43569" y="29634"/>
                    <a:pt x="43605" y="29562"/>
                  </a:cubicBezTo>
                  <a:cubicBezTo>
                    <a:pt x="43641" y="29454"/>
                    <a:pt x="43713" y="29346"/>
                    <a:pt x="43749" y="29238"/>
                  </a:cubicBezTo>
                  <a:cubicBezTo>
                    <a:pt x="45117" y="26465"/>
                    <a:pt x="45837" y="23405"/>
                    <a:pt x="45837" y="20308"/>
                  </a:cubicBezTo>
                  <a:cubicBezTo>
                    <a:pt x="45837" y="9074"/>
                    <a:pt x="36728" y="0"/>
                    <a:pt x="2553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2177;p53"/>
            <p:cNvSpPr/>
            <p:nvPr/>
          </p:nvSpPr>
          <p:spPr>
            <a:xfrm>
              <a:off x="7721640" y="3721320"/>
              <a:ext cx="470160" cy="783360"/>
            </a:xfrm>
            <a:custGeom>
              <a:avLst/>
              <a:gdLst>
                <a:gd name="textAreaLeft" fmla="*/ 0 w 470160"/>
                <a:gd name="textAreaRight" fmla="*/ 470520 w 470160"/>
                <a:gd name="textAreaTop" fmla="*/ 0 h 783360"/>
                <a:gd name="textAreaBottom" fmla="*/ 783720 h 783360"/>
              </a:gdLst>
              <a:ahLst/>
              <a:cxnLst/>
              <a:rect l="textAreaLeft" t="textAreaTop" r="textAreaRight" b="textAreaBottom"/>
              <a:pathLst>
                <a:path w="23118" h="38507">
                  <a:moveTo>
                    <a:pt x="18580" y="0"/>
                  </a:moveTo>
                  <a:cubicBezTo>
                    <a:pt x="9975" y="360"/>
                    <a:pt x="2557" y="6086"/>
                    <a:pt x="1" y="14295"/>
                  </a:cubicBezTo>
                  <a:lnTo>
                    <a:pt x="3962" y="17212"/>
                  </a:lnTo>
                  <a:cubicBezTo>
                    <a:pt x="5078" y="18040"/>
                    <a:pt x="6302" y="18904"/>
                    <a:pt x="7670" y="18940"/>
                  </a:cubicBezTo>
                  <a:cubicBezTo>
                    <a:pt x="8270" y="18940"/>
                    <a:pt x="8903" y="18796"/>
                    <a:pt x="9503" y="18796"/>
                  </a:cubicBezTo>
                  <a:cubicBezTo>
                    <a:pt x="9803" y="18796"/>
                    <a:pt x="10095" y="18832"/>
                    <a:pt x="10371" y="18940"/>
                  </a:cubicBezTo>
                  <a:cubicBezTo>
                    <a:pt x="11415" y="19336"/>
                    <a:pt x="11883" y="20668"/>
                    <a:pt x="11739" y="21784"/>
                  </a:cubicBezTo>
                  <a:cubicBezTo>
                    <a:pt x="11595" y="22901"/>
                    <a:pt x="11019" y="23909"/>
                    <a:pt x="10659" y="24989"/>
                  </a:cubicBezTo>
                  <a:cubicBezTo>
                    <a:pt x="9903" y="27149"/>
                    <a:pt x="9903" y="29634"/>
                    <a:pt x="11055" y="31614"/>
                  </a:cubicBezTo>
                  <a:cubicBezTo>
                    <a:pt x="12495" y="34027"/>
                    <a:pt x="15268" y="35179"/>
                    <a:pt x="17896" y="36187"/>
                  </a:cubicBezTo>
                  <a:cubicBezTo>
                    <a:pt x="18652" y="36403"/>
                    <a:pt x="19337" y="36763"/>
                    <a:pt x="19877" y="37303"/>
                  </a:cubicBezTo>
                  <a:cubicBezTo>
                    <a:pt x="20201" y="37663"/>
                    <a:pt x="20417" y="38131"/>
                    <a:pt x="20849" y="38383"/>
                  </a:cubicBezTo>
                  <a:cubicBezTo>
                    <a:pt x="20979" y="38466"/>
                    <a:pt x="21143" y="38506"/>
                    <a:pt x="21308" y="38506"/>
                  </a:cubicBezTo>
                  <a:cubicBezTo>
                    <a:pt x="21644" y="38506"/>
                    <a:pt x="21977" y="38338"/>
                    <a:pt x="22001" y="38023"/>
                  </a:cubicBezTo>
                  <a:cubicBezTo>
                    <a:pt x="20957" y="36691"/>
                    <a:pt x="20849" y="34855"/>
                    <a:pt x="21209" y="33199"/>
                  </a:cubicBezTo>
                  <a:cubicBezTo>
                    <a:pt x="21569" y="31542"/>
                    <a:pt x="22361" y="30030"/>
                    <a:pt x="22937" y="28446"/>
                  </a:cubicBezTo>
                  <a:cubicBezTo>
                    <a:pt x="23045" y="28158"/>
                    <a:pt x="23117" y="27834"/>
                    <a:pt x="23081" y="27509"/>
                  </a:cubicBezTo>
                  <a:cubicBezTo>
                    <a:pt x="23009" y="27185"/>
                    <a:pt x="22865" y="26897"/>
                    <a:pt x="22649" y="26681"/>
                  </a:cubicBezTo>
                  <a:cubicBezTo>
                    <a:pt x="21965" y="25925"/>
                    <a:pt x="21137" y="25313"/>
                    <a:pt x="20201" y="24953"/>
                  </a:cubicBezTo>
                  <a:cubicBezTo>
                    <a:pt x="20813" y="23837"/>
                    <a:pt x="19769" y="22433"/>
                    <a:pt x="18544" y="21964"/>
                  </a:cubicBezTo>
                  <a:cubicBezTo>
                    <a:pt x="17356" y="21496"/>
                    <a:pt x="15988" y="21496"/>
                    <a:pt x="14872" y="20848"/>
                  </a:cubicBezTo>
                  <a:cubicBezTo>
                    <a:pt x="14692" y="20776"/>
                    <a:pt x="14512" y="20632"/>
                    <a:pt x="14404" y="20452"/>
                  </a:cubicBezTo>
                  <a:cubicBezTo>
                    <a:pt x="14260" y="20092"/>
                    <a:pt x="14296" y="19696"/>
                    <a:pt x="14512" y="19372"/>
                  </a:cubicBezTo>
                  <a:cubicBezTo>
                    <a:pt x="15520" y="17284"/>
                    <a:pt x="17752" y="16095"/>
                    <a:pt x="19949" y="15375"/>
                  </a:cubicBezTo>
                  <a:cubicBezTo>
                    <a:pt x="20417" y="15267"/>
                    <a:pt x="20885" y="15051"/>
                    <a:pt x="21281" y="14727"/>
                  </a:cubicBezTo>
                  <a:cubicBezTo>
                    <a:pt x="21821" y="14259"/>
                    <a:pt x="21929" y="13467"/>
                    <a:pt x="21965" y="12747"/>
                  </a:cubicBezTo>
                  <a:cubicBezTo>
                    <a:pt x="22073" y="11342"/>
                    <a:pt x="22001" y="9974"/>
                    <a:pt x="21821" y="8570"/>
                  </a:cubicBezTo>
                  <a:cubicBezTo>
                    <a:pt x="21461" y="6122"/>
                    <a:pt x="20669" y="3745"/>
                    <a:pt x="19517" y="1585"/>
                  </a:cubicBezTo>
                  <a:cubicBezTo>
                    <a:pt x="19229" y="1045"/>
                    <a:pt x="18904" y="504"/>
                    <a:pt x="1858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2178;p53"/>
            <p:cNvSpPr/>
            <p:nvPr/>
          </p:nvSpPr>
          <p:spPr>
            <a:xfrm>
              <a:off x="8259480" y="3799440"/>
              <a:ext cx="270000" cy="61452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614520"/>
                <a:gd name="textAreaBottom" fmla="*/ 614880 h 614520"/>
              </a:gdLst>
              <a:ahLst/>
              <a:cxnLst/>
              <a:rect l="textAreaLeft" t="textAreaTop" r="textAreaRight" b="textAreaBottom"/>
              <a:pathLst>
                <a:path w="13288" h="30201">
                  <a:moveTo>
                    <a:pt x="4898" y="0"/>
                  </a:moveTo>
                  <a:lnTo>
                    <a:pt x="4466" y="288"/>
                  </a:lnTo>
                  <a:cubicBezTo>
                    <a:pt x="3638" y="828"/>
                    <a:pt x="2845" y="1404"/>
                    <a:pt x="2161" y="2052"/>
                  </a:cubicBezTo>
                  <a:cubicBezTo>
                    <a:pt x="793" y="3385"/>
                    <a:pt x="1" y="5761"/>
                    <a:pt x="1333" y="7093"/>
                  </a:cubicBezTo>
                  <a:cubicBezTo>
                    <a:pt x="2485" y="8282"/>
                    <a:pt x="4790" y="8318"/>
                    <a:pt x="5186" y="9902"/>
                  </a:cubicBezTo>
                  <a:cubicBezTo>
                    <a:pt x="5402" y="10838"/>
                    <a:pt x="4754" y="11738"/>
                    <a:pt x="4214" y="12566"/>
                  </a:cubicBezTo>
                  <a:cubicBezTo>
                    <a:pt x="3674" y="13359"/>
                    <a:pt x="3241" y="14475"/>
                    <a:pt x="3818" y="15267"/>
                  </a:cubicBezTo>
                  <a:cubicBezTo>
                    <a:pt x="3998" y="15483"/>
                    <a:pt x="4250" y="15699"/>
                    <a:pt x="4466" y="15879"/>
                  </a:cubicBezTo>
                  <a:cubicBezTo>
                    <a:pt x="5690" y="16959"/>
                    <a:pt x="5942" y="18868"/>
                    <a:pt x="5474" y="20452"/>
                  </a:cubicBezTo>
                  <a:cubicBezTo>
                    <a:pt x="5042" y="22036"/>
                    <a:pt x="4070" y="23368"/>
                    <a:pt x="3169" y="24773"/>
                  </a:cubicBezTo>
                  <a:cubicBezTo>
                    <a:pt x="2305" y="26177"/>
                    <a:pt x="1513" y="27689"/>
                    <a:pt x="1477" y="29346"/>
                  </a:cubicBezTo>
                  <a:cubicBezTo>
                    <a:pt x="1441" y="29562"/>
                    <a:pt x="1513" y="29778"/>
                    <a:pt x="1621" y="29958"/>
                  </a:cubicBezTo>
                  <a:cubicBezTo>
                    <a:pt x="1747" y="30138"/>
                    <a:pt x="1945" y="30201"/>
                    <a:pt x="2161" y="30201"/>
                  </a:cubicBezTo>
                  <a:cubicBezTo>
                    <a:pt x="2377" y="30201"/>
                    <a:pt x="2611" y="30138"/>
                    <a:pt x="2809" y="30066"/>
                  </a:cubicBezTo>
                  <a:cubicBezTo>
                    <a:pt x="4034" y="29598"/>
                    <a:pt x="5150" y="28877"/>
                    <a:pt x="6050" y="27941"/>
                  </a:cubicBezTo>
                  <a:cubicBezTo>
                    <a:pt x="6518" y="27401"/>
                    <a:pt x="7058" y="26933"/>
                    <a:pt x="7634" y="26573"/>
                  </a:cubicBezTo>
                  <a:cubicBezTo>
                    <a:pt x="8246" y="26285"/>
                    <a:pt x="8895" y="26141"/>
                    <a:pt x="9579" y="26105"/>
                  </a:cubicBezTo>
                  <a:cubicBezTo>
                    <a:pt x="10047" y="26069"/>
                    <a:pt x="10515" y="26033"/>
                    <a:pt x="11019" y="25961"/>
                  </a:cubicBezTo>
                  <a:cubicBezTo>
                    <a:pt x="12531" y="23044"/>
                    <a:pt x="13287" y="19804"/>
                    <a:pt x="13287" y="16527"/>
                  </a:cubicBezTo>
                  <a:cubicBezTo>
                    <a:pt x="13287" y="10010"/>
                    <a:pt x="10191" y="3853"/>
                    <a:pt x="48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0" name="Google Shape;2179;p53"/>
          <p:cNvGrpSpPr/>
          <p:nvPr/>
        </p:nvGrpSpPr>
        <p:grpSpPr>
          <a:xfrm>
            <a:off x="-562320" y="3865680"/>
            <a:ext cx="1564920" cy="996120"/>
            <a:chOff x="-562320" y="3865680"/>
            <a:chExt cx="1564920" cy="996120"/>
          </a:xfrm>
        </p:grpSpPr>
        <p:sp>
          <p:nvSpPr>
            <p:cNvPr id="611" name="Google Shape;2180;p53"/>
            <p:cNvSpPr/>
            <p:nvPr/>
          </p:nvSpPr>
          <p:spPr>
            <a:xfrm rot="1283400">
              <a:off x="-524520" y="4120560"/>
              <a:ext cx="1490040" cy="48636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486360"/>
                <a:gd name="textAreaBottom" fmla="*/ 486720 h 48636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2181;p53"/>
            <p:cNvSpPr/>
            <p:nvPr/>
          </p:nvSpPr>
          <p:spPr>
            <a:xfrm rot="1283400">
              <a:off x="-333000" y="4032000"/>
              <a:ext cx="207720" cy="358200"/>
            </a:xfrm>
            <a:custGeom>
              <a:avLst/>
              <a:gdLst>
                <a:gd name="textAreaLeft" fmla="*/ 0 w 207720"/>
                <a:gd name="textAreaRight" fmla="*/ 208080 w 20772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2182;p53"/>
            <p:cNvSpPr/>
            <p:nvPr/>
          </p:nvSpPr>
          <p:spPr>
            <a:xfrm rot="1283400">
              <a:off x="550440" y="4331160"/>
              <a:ext cx="210600" cy="35712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7120"/>
                <a:gd name="textAreaBottom" fmla="*/ 357480 h 35712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2183;p53"/>
            <p:cNvSpPr/>
            <p:nvPr/>
          </p:nvSpPr>
          <p:spPr>
            <a:xfrm rot="1283400">
              <a:off x="-33480" y="4134600"/>
              <a:ext cx="210600" cy="3567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2184;p53"/>
            <p:cNvSpPr/>
            <p:nvPr/>
          </p:nvSpPr>
          <p:spPr>
            <a:xfrm rot="1283400">
              <a:off x="249480" y="4230000"/>
              <a:ext cx="210600" cy="3567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2185;p53"/>
            <p:cNvSpPr/>
            <p:nvPr/>
          </p:nvSpPr>
          <p:spPr>
            <a:xfrm rot="1283400">
              <a:off x="400680" y="4280400"/>
              <a:ext cx="210240" cy="35748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2186;p53"/>
            <p:cNvSpPr/>
            <p:nvPr/>
          </p:nvSpPr>
          <p:spPr>
            <a:xfrm rot="1283400">
              <a:off x="-182520" y="4083840"/>
              <a:ext cx="209520" cy="356760"/>
            </a:xfrm>
            <a:custGeom>
              <a:avLst/>
              <a:gdLst>
                <a:gd name="textAreaLeft" fmla="*/ 0 w 209520"/>
                <a:gd name="textAreaRight" fmla="*/ 209880 w 20952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8" name="Google Shape;2187;p53"/>
            <p:cNvSpPr/>
            <p:nvPr/>
          </p:nvSpPr>
          <p:spPr>
            <a:xfrm rot="1283400">
              <a:off x="118440" y="4182480"/>
              <a:ext cx="190800" cy="356400"/>
            </a:xfrm>
            <a:custGeom>
              <a:avLst/>
              <a:gdLst>
                <a:gd name="textAreaLeft" fmla="*/ 0 w 190800"/>
                <a:gd name="textAreaRight" fmla="*/ 191160 w 190800"/>
                <a:gd name="textAreaTop" fmla="*/ 0 h 356400"/>
                <a:gd name="textAreaBottom" fmla="*/ 356760 h 35640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9" name="Google Shape;2188;p53"/>
            <p:cNvSpPr/>
            <p:nvPr/>
          </p:nvSpPr>
          <p:spPr>
            <a:xfrm rot="1283400">
              <a:off x="702000" y="4379400"/>
              <a:ext cx="193320" cy="35676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2189;p53"/>
            <p:cNvSpPr/>
            <p:nvPr/>
          </p:nvSpPr>
          <p:spPr>
            <a:xfrm rot="1283400">
              <a:off x="-455760" y="3987360"/>
              <a:ext cx="178920" cy="35784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1" name="Google Shape;2190;p53"/>
          <p:cNvGrpSpPr/>
          <p:nvPr/>
        </p:nvGrpSpPr>
        <p:grpSpPr>
          <a:xfrm>
            <a:off x="5912269" y="323616"/>
            <a:ext cx="1501603" cy="1151043"/>
            <a:chOff x="6319800" y="860400"/>
            <a:chExt cx="2015280" cy="2027520"/>
          </a:xfrm>
        </p:grpSpPr>
        <p:grpSp>
          <p:nvGrpSpPr>
            <p:cNvPr id="622" name="Google Shape;2191;p53"/>
            <p:cNvGrpSpPr/>
            <p:nvPr/>
          </p:nvGrpSpPr>
          <p:grpSpPr>
            <a:xfrm>
              <a:off x="6319800" y="860400"/>
              <a:ext cx="2015280" cy="2027520"/>
              <a:chOff x="6319800" y="860400"/>
              <a:chExt cx="2015280" cy="2027520"/>
            </a:xfrm>
          </p:grpSpPr>
          <p:sp>
            <p:nvSpPr>
              <p:cNvPr id="623" name="Google Shape;2192;p53"/>
              <p:cNvSpPr/>
              <p:nvPr/>
            </p:nvSpPr>
            <p:spPr>
              <a:xfrm rot="822000">
                <a:off x="6350760" y="1030320"/>
                <a:ext cx="1846800" cy="1857600"/>
              </a:xfrm>
              <a:custGeom>
                <a:avLst/>
                <a:gdLst>
                  <a:gd name="textAreaLeft" fmla="*/ 0 w 1846800"/>
                  <a:gd name="textAreaRight" fmla="*/ 1847160 w 1846800"/>
                  <a:gd name="textAreaTop" fmla="*/ 0 h 1857600"/>
                  <a:gd name="textAreaBottom" fmla="*/ 1857960 h 1857600"/>
                </a:gdLst>
                <a:ahLst/>
                <a:cxnLst/>
                <a:rect l="textAreaLeft" t="textAreaTop" r="textAreaRight" b="textAreaBottom"/>
                <a:pathLst>
                  <a:path w="65845" h="66229">
                    <a:moveTo>
                      <a:pt x="2974" y="1"/>
                    </a:moveTo>
                    <a:cubicBezTo>
                      <a:pt x="1308" y="1"/>
                      <a:pt x="1" y="1385"/>
                      <a:pt x="52" y="3051"/>
                    </a:cubicBezTo>
                    <a:lnTo>
                      <a:pt x="1359" y="63179"/>
                    </a:lnTo>
                    <a:cubicBezTo>
                      <a:pt x="1385" y="64845"/>
                      <a:pt x="2718" y="66203"/>
                      <a:pt x="4409" y="66229"/>
                    </a:cubicBezTo>
                    <a:lnTo>
                      <a:pt x="62846" y="66229"/>
                    </a:lnTo>
                    <a:cubicBezTo>
                      <a:pt x="64512" y="66229"/>
                      <a:pt x="65845" y="64819"/>
                      <a:pt x="65768" y="63179"/>
                    </a:cubicBezTo>
                    <a:lnTo>
                      <a:pt x="64460" y="3051"/>
                    </a:lnTo>
                    <a:cubicBezTo>
                      <a:pt x="64435" y="1385"/>
                      <a:pt x="63102" y="26"/>
                      <a:pt x="61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4" name="Google Shape;2193;p53"/>
              <p:cNvSpPr/>
              <p:nvPr/>
            </p:nvSpPr>
            <p:spPr>
              <a:xfrm rot="822000">
                <a:off x="6319800" y="1218240"/>
                <a:ext cx="1806480" cy="1604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1604520"/>
                  <a:gd name="textAreaBottom" fmla="*/ 1604880 h 1604520"/>
                </a:gdLst>
                <a:ahLst/>
                <a:cxnLst/>
                <a:rect l="textAreaLeft" t="textAreaTop" r="textAreaRight" b="textAreaBottom"/>
                <a:pathLst>
                  <a:path w="64409" h="57207">
                    <a:moveTo>
                      <a:pt x="3691" y="0"/>
                    </a:moveTo>
                    <a:cubicBezTo>
                      <a:pt x="2384" y="0"/>
                      <a:pt x="2410" y="1564"/>
                      <a:pt x="1103" y="1564"/>
                    </a:cubicBezTo>
                    <a:cubicBezTo>
                      <a:pt x="667" y="1564"/>
                      <a:pt x="257" y="1359"/>
                      <a:pt x="1" y="1026"/>
                    </a:cubicBezTo>
                    <a:lnTo>
                      <a:pt x="1" y="54208"/>
                    </a:lnTo>
                    <a:cubicBezTo>
                      <a:pt x="1" y="55874"/>
                      <a:pt x="1359" y="57207"/>
                      <a:pt x="2999" y="57207"/>
                    </a:cubicBezTo>
                    <a:lnTo>
                      <a:pt x="61436" y="57207"/>
                    </a:lnTo>
                    <a:cubicBezTo>
                      <a:pt x="63076" y="57207"/>
                      <a:pt x="64409" y="55848"/>
                      <a:pt x="64409" y="54208"/>
                    </a:cubicBezTo>
                    <a:lnTo>
                      <a:pt x="64409" y="1026"/>
                    </a:lnTo>
                    <a:cubicBezTo>
                      <a:pt x="64153" y="1359"/>
                      <a:pt x="63743" y="1564"/>
                      <a:pt x="63307" y="1564"/>
                    </a:cubicBezTo>
                    <a:cubicBezTo>
                      <a:pt x="62025" y="1564"/>
                      <a:pt x="62025" y="0"/>
                      <a:pt x="60718" y="0"/>
                    </a:cubicBezTo>
                    <a:cubicBezTo>
                      <a:pt x="59411" y="0"/>
                      <a:pt x="59437" y="1564"/>
                      <a:pt x="58130" y="1564"/>
                    </a:cubicBezTo>
                    <a:cubicBezTo>
                      <a:pt x="56822" y="1564"/>
                      <a:pt x="56848" y="0"/>
                      <a:pt x="55541" y="0"/>
                    </a:cubicBezTo>
                    <a:cubicBezTo>
                      <a:pt x="54234" y="0"/>
                      <a:pt x="54234" y="1564"/>
                      <a:pt x="52927" y="1564"/>
                    </a:cubicBezTo>
                    <a:cubicBezTo>
                      <a:pt x="51645" y="1564"/>
                      <a:pt x="51645" y="0"/>
                      <a:pt x="50338" y="0"/>
                    </a:cubicBezTo>
                    <a:cubicBezTo>
                      <a:pt x="49031" y="0"/>
                      <a:pt x="49057" y="1564"/>
                      <a:pt x="47749" y="1564"/>
                    </a:cubicBezTo>
                    <a:cubicBezTo>
                      <a:pt x="46442" y="1564"/>
                      <a:pt x="46468" y="0"/>
                      <a:pt x="45161" y="0"/>
                    </a:cubicBezTo>
                    <a:cubicBezTo>
                      <a:pt x="43854" y="0"/>
                      <a:pt x="43854" y="1564"/>
                      <a:pt x="42572" y="1564"/>
                    </a:cubicBezTo>
                    <a:cubicBezTo>
                      <a:pt x="41265" y="1564"/>
                      <a:pt x="41291" y="0"/>
                      <a:pt x="39984" y="0"/>
                    </a:cubicBezTo>
                    <a:cubicBezTo>
                      <a:pt x="38676" y="0"/>
                      <a:pt x="38702" y="1564"/>
                      <a:pt x="37395" y="1564"/>
                    </a:cubicBezTo>
                    <a:cubicBezTo>
                      <a:pt x="36062" y="1564"/>
                      <a:pt x="36088" y="0"/>
                      <a:pt x="34781" y="0"/>
                    </a:cubicBezTo>
                    <a:cubicBezTo>
                      <a:pt x="33499" y="0"/>
                      <a:pt x="33499" y="1564"/>
                      <a:pt x="32192" y="1564"/>
                    </a:cubicBezTo>
                    <a:cubicBezTo>
                      <a:pt x="30910" y="1564"/>
                      <a:pt x="30910" y="0"/>
                      <a:pt x="29603" y="0"/>
                    </a:cubicBezTo>
                    <a:cubicBezTo>
                      <a:pt x="28296" y="0"/>
                      <a:pt x="28322" y="1564"/>
                      <a:pt x="27015" y="1564"/>
                    </a:cubicBezTo>
                    <a:cubicBezTo>
                      <a:pt x="25708" y="1564"/>
                      <a:pt x="25733" y="0"/>
                      <a:pt x="24426" y="0"/>
                    </a:cubicBezTo>
                    <a:cubicBezTo>
                      <a:pt x="23119" y="0"/>
                      <a:pt x="23145" y="1564"/>
                      <a:pt x="21837" y="1564"/>
                    </a:cubicBezTo>
                    <a:cubicBezTo>
                      <a:pt x="20505" y="1564"/>
                      <a:pt x="20556" y="0"/>
                      <a:pt x="19223" y="0"/>
                    </a:cubicBezTo>
                    <a:cubicBezTo>
                      <a:pt x="17916" y="0"/>
                      <a:pt x="17942" y="1564"/>
                      <a:pt x="16634" y="1564"/>
                    </a:cubicBezTo>
                    <a:cubicBezTo>
                      <a:pt x="15327" y="1564"/>
                      <a:pt x="15353" y="0"/>
                      <a:pt x="14046" y="0"/>
                    </a:cubicBezTo>
                    <a:cubicBezTo>
                      <a:pt x="12739" y="0"/>
                      <a:pt x="12764" y="1564"/>
                      <a:pt x="11457" y="1564"/>
                    </a:cubicBezTo>
                    <a:cubicBezTo>
                      <a:pt x="10150" y="1564"/>
                      <a:pt x="10176" y="0"/>
                      <a:pt x="8869" y="0"/>
                    </a:cubicBezTo>
                    <a:cubicBezTo>
                      <a:pt x="7561" y="0"/>
                      <a:pt x="7587" y="1564"/>
                      <a:pt x="6280" y="1564"/>
                    </a:cubicBezTo>
                    <a:cubicBezTo>
                      <a:pt x="4973" y="1564"/>
                      <a:pt x="4973" y="0"/>
                      <a:pt x="3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5" name="Google Shape;2194;p53"/>
              <p:cNvSpPr/>
              <p:nvPr/>
            </p:nvSpPr>
            <p:spPr>
              <a:xfrm rot="822000">
                <a:off x="6528600" y="1041479"/>
                <a:ext cx="1806480" cy="245520"/>
              </a:xfrm>
              <a:custGeom>
                <a:avLst/>
                <a:gdLst>
                  <a:gd name="textAreaLeft" fmla="*/ 0 w 1806480"/>
                  <a:gd name="textAreaRight" fmla="*/ 1806840 w 18064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64409" h="8766">
                    <a:moveTo>
                      <a:pt x="2999" y="0"/>
                    </a:moveTo>
                    <a:cubicBezTo>
                      <a:pt x="1359" y="0"/>
                      <a:pt x="1" y="1333"/>
                      <a:pt x="1" y="2999"/>
                    </a:cubicBezTo>
                    <a:lnTo>
                      <a:pt x="1" y="8228"/>
                    </a:lnTo>
                    <a:cubicBezTo>
                      <a:pt x="257" y="8561"/>
                      <a:pt x="667" y="8766"/>
                      <a:pt x="1103" y="8766"/>
                    </a:cubicBezTo>
                    <a:cubicBezTo>
                      <a:pt x="2384" y="8766"/>
                      <a:pt x="2384" y="7202"/>
                      <a:pt x="3691" y="7202"/>
                    </a:cubicBezTo>
                    <a:cubicBezTo>
                      <a:pt x="4998" y="7202"/>
                      <a:pt x="4973" y="8766"/>
                      <a:pt x="6280" y="8766"/>
                    </a:cubicBezTo>
                    <a:cubicBezTo>
                      <a:pt x="7587" y="8766"/>
                      <a:pt x="7561" y="7202"/>
                      <a:pt x="8869" y="7202"/>
                    </a:cubicBezTo>
                    <a:cubicBezTo>
                      <a:pt x="10176" y="7202"/>
                      <a:pt x="10176" y="8766"/>
                      <a:pt x="11457" y="8766"/>
                    </a:cubicBezTo>
                    <a:cubicBezTo>
                      <a:pt x="12764" y="8766"/>
                      <a:pt x="12764" y="7202"/>
                      <a:pt x="14046" y="7202"/>
                    </a:cubicBezTo>
                    <a:cubicBezTo>
                      <a:pt x="15353" y="7202"/>
                      <a:pt x="15327" y="8766"/>
                      <a:pt x="16634" y="8766"/>
                    </a:cubicBezTo>
                    <a:cubicBezTo>
                      <a:pt x="17967" y="8766"/>
                      <a:pt x="17916" y="7202"/>
                      <a:pt x="19249" y="7202"/>
                    </a:cubicBezTo>
                    <a:cubicBezTo>
                      <a:pt x="20556" y="7202"/>
                      <a:pt x="20530" y="8766"/>
                      <a:pt x="21837" y="8766"/>
                    </a:cubicBezTo>
                    <a:cubicBezTo>
                      <a:pt x="23119" y="8766"/>
                      <a:pt x="23119" y="7202"/>
                      <a:pt x="24426" y="7202"/>
                    </a:cubicBezTo>
                    <a:cubicBezTo>
                      <a:pt x="25733" y="7202"/>
                      <a:pt x="25708" y="8766"/>
                      <a:pt x="27015" y="8766"/>
                    </a:cubicBezTo>
                    <a:cubicBezTo>
                      <a:pt x="28322" y="8766"/>
                      <a:pt x="28296" y="7202"/>
                      <a:pt x="29603" y="7202"/>
                    </a:cubicBezTo>
                    <a:cubicBezTo>
                      <a:pt x="30910" y="7202"/>
                      <a:pt x="30885" y="8766"/>
                      <a:pt x="32192" y="8766"/>
                    </a:cubicBezTo>
                    <a:cubicBezTo>
                      <a:pt x="33499" y="8766"/>
                      <a:pt x="33473" y="7202"/>
                      <a:pt x="34781" y="7202"/>
                    </a:cubicBezTo>
                    <a:cubicBezTo>
                      <a:pt x="36113" y="7202"/>
                      <a:pt x="36062" y="8766"/>
                      <a:pt x="37395" y="8766"/>
                    </a:cubicBezTo>
                    <a:cubicBezTo>
                      <a:pt x="38702" y="8766"/>
                      <a:pt x="38676" y="7202"/>
                      <a:pt x="39984" y="7202"/>
                    </a:cubicBezTo>
                    <a:cubicBezTo>
                      <a:pt x="41291" y="7202"/>
                      <a:pt x="41265" y="8766"/>
                      <a:pt x="42572" y="8766"/>
                    </a:cubicBezTo>
                    <a:cubicBezTo>
                      <a:pt x="43854" y="8766"/>
                      <a:pt x="43854" y="7202"/>
                      <a:pt x="45161" y="7202"/>
                    </a:cubicBezTo>
                    <a:cubicBezTo>
                      <a:pt x="46468" y="7202"/>
                      <a:pt x="46442" y="8766"/>
                      <a:pt x="47749" y="8766"/>
                    </a:cubicBezTo>
                    <a:cubicBezTo>
                      <a:pt x="49057" y="8766"/>
                      <a:pt x="49057" y="7202"/>
                      <a:pt x="50338" y="7202"/>
                    </a:cubicBezTo>
                    <a:cubicBezTo>
                      <a:pt x="51645" y="7202"/>
                      <a:pt x="51620" y="8766"/>
                      <a:pt x="52952" y="8766"/>
                    </a:cubicBezTo>
                    <a:cubicBezTo>
                      <a:pt x="54259" y="8766"/>
                      <a:pt x="54234" y="7202"/>
                      <a:pt x="55541" y="7202"/>
                    </a:cubicBezTo>
                    <a:cubicBezTo>
                      <a:pt x="56848" y="7202"/>
                      <a:pt x="56822" y="8766"/>
                      <a:pt x="58130" y="8766"/>
                    </a:cubicBezTo>
                    <a:cubicBezTo>
                      <a:pt x="59437" y="8766"/>
                      <a:pt x="59437" y="7202"/>
                      <a:pt x="60718" y="7202"/>
                    </a:cubicBezTo>
                    <a:cubicBezTo>
                      <a:pt x="62025" y="7202"/>
                      <a:pt x="62000" y="8766"/>
                      <a:pt x="63307" y="8766"/>
                    </a:cubicBezTo>
                    <a:cubicBezTo>
                      <a:pt x="63743" y="8766"/>
                      <a:pt x="64153" y="8561"/>
                      <a:pt x="64409" y="8202"/>
                    </a:cubicBezTo>
                    <a:lnTo>
                      <a:pt x="64409" y="2999"/>
                    </a:lnTo>
                    <a:cubicBezTo>
                      <a:pt x="64409" y="1333"/>
                      <a:pt x="63076" y="0"/>
                      <a:pt x="61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6" name="Google Shape;2195;p53"/>
              <p:cNvSpPr/>
              <p:nvPr/>
            </p:nvSpPr>
            <p:spPr>
              <a:xfrm rot="18029400">
                <a:off x="7290720" y="827640"/>
                <a:ext cx="334080" cy="3996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11919" h="14252">
                    <a:moveTo>
                      <a:pt x="8304" y="1"/>
                    </a:moveTo>
                    <a:lnTo>
                      <a:pt x="0" y="2590"/>
                    </a:lnTo>
                    <a:lnTo>
                      <a:pt x="3614" y="14251"/>
                    </a:lnTo>
                    <a:lnTo>
                      <a:pt x="11918" y="11663"/>
                    </a:lnTo>
                    <a:lnTo>
                      <a:pt x="830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27" name="Google Shape;2196;p53"/>
            <p:cNvSpPr/>
            <p:nvPr/>
          </p:nvSpPr>
          <p:spPr>
            <a:xfrm rot="822000">
              <a:off x="6609600" y="1450080"/>
              <a:ext cx="1524960" cy="21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500" b="1" u="none" strike="noStrike" dirty="0">
                  <a:solidFill>
                    <a:schemeClr val="dk1"/>
                  </a:solidFill>
                  <a:effectLst/>
                  <a:uFillTx/>
                  <a:latin typeface="Delius Swash Caps"/>
                  <a:ea typeface="Delius Swash Caps"/>
                </a:rPr>
                <a:t>Don't forget</a:t>
              </a:r>
              <a:endParaRPr lang="en-US" sz="15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8" name="Google Shape;2197;p53"/>
            <p:cNvSpPr/>
            <p:nvPr/>
          </p:nvSpPr>
          <p:spPr>
            <a:xfrm rot="822000">
              <a:off x="6449040" y="1660320"/>
              <a:ext cx="1524960" cy="111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500" b="1" u="none" strike="noStrike" dirty="0">
                  <a:solidFill>
                    <a:schemeClr val="dk1"/>
                  </a:solidFill>
                  <a:effectLst/>
                  <a:uFillTx/>
                  <a:latin typeface="Delius Swash Caps"/>
                  <a:ea typeface="Delius Swash Caps"/>
                </a:rPr>
                <a:t>            ...</a:t>
              </a:r>
              <a:endParaRPr lang="en-US" sz="15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9" name="Google Shape;2198;p53"/>
          <p:cNvGrpSpPr/>
          <p:nvPr/>
        </p:nvGrpSpPr>
        <p:grpSpPr>
          <a:xfrm>
            <a:off x="8315280" y="193320"/>
            <a:ext cx="1706400" cy="731880"/>
            <a:chOff x="8315280" y="193320"/>
            <a:chExt cx="1706400" cy="731880"/>
          </a:xfrm>
        </p:grpSpPr>
        <p:sp>
          <p:nvSpPr>
            <p:cNvPr id="630" name="Google Shape;2199;p53"/>
            <p:cNvSpPr/>
            <p:nvPr/>
          </p:nvSpPr>
          <p:spPr>
            <a:xfrm rot="21049200">
              <a:off x="8342280" y="321840"/>
              <a:ext cx="1652040" cy="474480"/>
            </a:xfrm>
            <a:custGeom>
              <a:avLst/>
              <a:gdLst>
                <a:gd name="textAreaLeft" fmla="*/ 0 w 1652040"/>
                <a:gd name="textAreaRight" fmla="*/ 1652400 w 165204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128944" h="37053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56972" dir="2992196" algn="bl" rotWithShape="0">
                <a:schemeClr val="dk1">
                  <a:alpha val="79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2200;p53"/>
            <p:cNvSpPr/>
            <p:nvPr/>
          </p:nvSpPr>
          <p:spPr>
            <a:xfrm rot="21049200">
              <a:off x="8408880" y="677160"/>
              <a:ext cx="1570680" cy="75960"/>
            </a:xfrm>
            <a:custGeom>
              <a:avLst/>
              <a:gdLst>
                <a:gd name="textAreaLeft" fmla="*/ 0 w 1570680"/>
                <a:gd name="textAreaRight" fmla="*/ 1571040 w 15706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22605" h="5968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2201;p53"/>
            <p:cNvSpPr/>
            <p:nvPr/>
          </p:nvSpPr>
          <p:spPr>
            <a:xfrm rot="21049200">
              <a:off x="8485920" y="45684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2202;p53"/>
            <p:cNvSpPr/>
            <p:nvPr/>
          </p:nvSpPr>
          <p:spPr>
            <a:xfrm rot="21049200">
              <a:off x="8824320" y="40212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2203;p53"/>
            <p:cNvSpPr/>
            <p:nvPr/>
          </p:nvSpPr>
          <p:spPr>
            <a:xfrm rot="21049200">
              <a:off x="9170640" y="34632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4" h="5944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2204;p53"/>
            <p:cNvSpPr/>
            <p:nvPr/>
          </p:nvSpPr>
          <p:spPr>
            <a:xfrm rot="21049200">
              <a:off x="9509040" y="29160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5" h="5944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2205;p53"/>
            <p:cNvSpPr/>
            <p:nvPr/>
          </p:nvSpPr>
          <p:spPr>
            <a:xfrm rot="21049200">
              <a:off x="9009360" y="374400"/>
              <a:ext cx="146880" cy="759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487" h="5944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2206;p53"/>
            <p:cNvSpPr/>
            <p:nvPr/>
          </p:nvSpPr>
          <p:spPr>
            <a:xfrm rot="21049200">
              <a:off x="9693000" y="264240"/>
              <a:ext cx="141840" cy="759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108" h="5944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2207;p53"/>
            <p:cNvSpPr/>
            <p:nvPr/>
          </p:nvSpPr>
          <p:spPr>
            <a:xfrm rot="21049200">
              <a:off x="9354600" y="318960"/>
              <a:ext cx="140040" cy="759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961" h="5944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2208;p53"/>
            <p:cNvSpPr/>
            <p:nvPr/>
          </p:nvSpPr>
          <p:spPr>
            <a:xfrm rot="21049200">
              <a:off x="8671320" y="429480"/>
              <a:ext cx="138600" cy="7596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834" h="5944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2209;p53"/>
            <p:cNvSpPr/>
            <p:nvPr/>
          </p:nvSpPr>
          <p:spPr>
            <a:xfrm rot="21049200">
              <a:off x="8384760" y="574200"/>
              <a:ext cx="104760" cy="964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8200" h="7546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2210;p53"/>
            <p:cNvSpPr/>
            <p:nvPr/>
          </p:nvSpPr>
          <p:spPr>
            <a:xfrm rot="21049200">
              <a:off x="8402400" y="687600"/>
              <a:ext cx="104760" cy="896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8200" h="702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2211;p53"/>
            <p:cNvSpPr/>
            <p:nvPr/>
          </p:nvSpPr>
          <p:spPr>
            <a:xfrm rot="21049200">
              <a:off x="8367840" y="480960"/>
              <a:ext cx="104760" cy="7596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8200" h="5965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2212;p53"/>
            <p:cNvSpPr/>
            <p:nvPr/>
          </p:nvSpPr>
          <p:spPr>
            <a:xfrm rot="21049200">
              <a:off x="9866160" y="337320"/>
              <a:ext cx="69120" cy="95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418" h="7507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2213;p53"/>
            <p:cNvSpPr/>
            <p:nvPr/>
          </p:nvSpPr>
          <p:spPr>
            <a:xfrm rot="21049200">
              <a:off x="9884160" y="450720"/>
              <a:ext cx="69120" cy="8928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5418" h="700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2214;p53"/>
            <p:cNvSpPr/>
            <p:nvPr/>
          </p:nvSpPr>
          <p:spPr>
            <a:xfrm rot="21049200">
              <a:off x="9849600" y="244440"/>
              <a:ext cx="69120" cy="75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5418" h="5944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2215;p53"/>
            <p:cNvSpPr/>
            <p:nvPr/>
          </p:nvSpPr>
          <p:spPr>
            <a:xfrm rot="21049200">
              <a:off x="8502840" y="549720"/>
              <a:ext cx="170640" cy="964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342" h="7546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2216;p53"/>
            <p:cNvSpPr/>
            <p:nvPr/>
          </p:nvSpPr>
          <p:spPr>
            <a:xfrm rot="21049200">
              <a:off x="8841240" y="495000"/>
              <a:ext cx="170280" cy="9612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3321" h="7525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2217;p53"/>
            <p:cNvSpPr/>
            <p:nvPr/>
          </p:nvSpPr>
          <p:spPr>
            <a:xfrm rot="21049200">
              <a:off x="9525960" y="38412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195" h="7546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2218;p53"/>
            <p:cNvSpPr/>
            <p:nvPr/>
          </p:nvSpPr>
          <p:spPr>
            <a:xfrm rot="21049200">
              <a:off x="9187560" y="43920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215" h="7546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2219;p53"/>
            <p:cNvSpPr/>
            <p:nvPr/>
          </p:nvSpPr>
          <p:spPr>
            <a:xfrm rot="21049200">
              <a:off x="8858880" y="608760"/>
              <a:ext cx="170640" cy="892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42" h="6999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2220;p53"/>
            <p:cNvSpPr/>
            <p:nvPr/>
          </p:nvSpPr>
          <p:spPr>
            <a:xfrm rot="21049200">
              <a:off x="8520480" y="663120"/>
              <a:ext cx="170640" cy="89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342" h="702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2221;p53"/>
            <p:cNvSpPr/>
            <p:nvPr/>
          </p:nvSpPr>
          <p:spPr>
            <a:xfrm rot="21049200">
              <a:off x="9543600" y="497880"/>
              <a:ext cx="168840" cy="892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216" h="700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2222;p53"/>
            <p:cNvSpPr/>
            <p:nvPr/>
          </p:nvSpPr>
          <p:spPr>
            <a:xfrm rot="21049200">
              <a:off x="9205560" y="552240"/>
              <a:ext cx="168840" cy="896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194" h="702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2223;p53"/>
            <p:cNvSpPr/>
            <p:nvPr/>
          </p:nvSpPr>
          <p:spPr>
            <a:xfrm rot="21049200">
              <a:off x="9026280" y="467280"/>
              <a:ext cx="146880" cy="964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487" h="7546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2224;p53"/>
            <p:cNvSpPr/>
            <p:nvPr/>
          </p:nvSpPr>
          <p:spPr>
            <a:xfrm rot="21049200">
              <a:off x="9709200" y="356760"/>
              <a:ext cx="141840" cy="964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108" h="7546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2225;p53"/>
            <p:cNvSpPr/>
            <p:nvPr/>
          </p:nvSpPr>
          <p:spPr>
            <a:xfrm rot="21049200">
              <a:off x="9371160" y="41184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0961" h="7527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7" name="Google Shape;2226;p53"/>
            <p:cNvSpPr/>
            <p:nvPr/>
          </p:nvSpPr>
          <p:spPr>
            <a:xfrm rot="21049200">
              <a:off x="8687880" y="522360"/>
              <a:ext cx="138600" cy="964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855" h="7546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2227;p53"/>
            <p:cNvSpPr/>
            <p:nvPr/>
          </p:nvSpPr>
          <p:spPr>
            <a:xfrm rot="21049200">
              <a:off x="9044280" y="580320"/>
              <a:ext cx="146880" cy="892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1487" h="7001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2228;p53"/>
            <p:cNvSpPr/>
            <p:nvPr/>
          </p:nvSpPr>
          <p:spPr>
            <a:xfrm rot="21049200">
              <a:off x="9727200" y="470160"/>
              <a:ext cx="141840" cy="896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1087" h="702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2229;p53"/>
            <p:cNvSpPr/>
            <p:nvPr/>
          </p:nvSpPr>
          <p:spPr>
            <a:xfrm rot="21049200">
              <a:off x="9389160" y="525600"/>
              <a:ext cx="140040" cy="8928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61" h="700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2230;p53"/>
            <p:cNvSpPr/>
            <p:nvPr/>
          </p:nvSpPr>
          <p:spPr>
            <a:xfrm rot="21049200">
              <a:off x="8705520" y="635760"/>
              <a:ext cx="138600" cy="892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855" h="7001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2231;p53"/>
            <p:cNvSpPr/>
            <p:nvPr/>
          </p:nvSpPr>
          <p:spPr>
            <a:xfrm rot="21049200">
              <a:off x="8381880" y="362520"/>
              <a:ext cx="1572840" cy="393840"/>
            </a:xfrm>
            <a:custGeom>
              <a:avLst/>
              <a:gdLst>
                <a:gd name="textAreaLeft" fmla="*/ 0 w 1572840"/>
                <a:gd name="textAreaRight" fmla="*/ 1573200 w 157284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22748" h="30762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ECBA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63" name="Rectangle 662"/>
          <p:cNvSpPr/>
          <p:nvPr/>
        </p:nvSpPr>
        <p:spPr>
          <a:xfrm>
            <a:off x="2048199" y="683212"/>
            <a:ext cx="3971520" cy="6663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212529"/>
                </a:solidFill>
                <a:effectLst/>
                <a:uFillTx/>
                <a:latin typeface="Dancing Script"/>
              </a:rPr>
              <a:t>Confusion Matrix</a:t>
            </a:r>
            <a:endParaRPr lang="en-US" sz="36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4" name="Rectangle 663"/>
          <p:cNvSpPr/>
          <p:nvPr/>
        </p:nvSpPr>
        <p:spPr>
          <a:xfrm>
            <a:off x="805243" y="1626983"/>
            <a:ext cx="4303755" cy="25753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marL="285750" indent="-285750" algn="ctr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Present a normalized confusion matrix to visualize true/false positives and negatives across classes.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algn="ctr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algn="ctr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Use metric cards for per‑class Precision and Recall, and annotate key error modes for clinical relevance.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algn="ctr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algn="ctr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Include threshold analysis to balance sensitivity vs. specificity.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679A0-8B6A-D410-63F0-990BDCC72843}"/>
              </a:ext>
            </a:extLst>
          </p:cNvPr>
          <p:cNvSpPr txBox="1"/>
          <p:nvPr/>
        </p:nvSpPr>
        <p:spPr>
          <a:xfrm>
            <a:off x="1219004" y="4315012"/>
            <a:ext cx="6491563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000000"/>
                </a:solidFill>
                <a:latin typeface="OpenSymbol"/>
              </a:rPr>
              <a:t>Higher diagonal values indicate better classification performance.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D0B2AE-2E27-7B9D-AAA0-B2F8ABDC2A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52" y="1527235"/>
            <a:ext cx="4445804" cy="2666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65" name="Google Shape;1984;p51"/>
          <p:cNvGrpSpPr/>
          <p:nvPr/>
        </p:nvGrpSpPr>
        <p:grpSpPr>
          <a:xfrm>
            <a:off x="8226160" y="1911535"/>
            <a:ext cx="1693440" cy="857520"/>
            <a:chOff x="7812000" y="2231280"/>
            <a:chExt cx="1693440" cy="857520"/>
          </a:xfrm>
        </p:grpSpPr>
        <p:sp>
          <p:nvSpPr>
            <p:cNvPr id="666" name="Google Shape;1985;p51"/>
            <p:cNvSpPr/>
            <p:nvPr/>
          </p:nvSpPr>
          <p:spPr>
            <a:xfrm>
              <a:off x="7812000" y="2231280"/>
              <a:ext cx="1693440" cy="857520"/>
            </a:xfrm>
            <a:custGeom>
              <a:avLst/>
              <a:gdLst>
                <a:gd name="textAreaLeft" fmla="*/ 0 w 1693440"/>
                <a:gd name="textAreaRight" fmla="*/ 1693800 w 169344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6448" h="69112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443" dir="1793934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1986;p51"/>
            <p:cNvSpPr/>
            <p:nvPr/>
          </p:nvSpPr>
          <p:spPr>
            <a:xfrm>
              <a:off x="7899480" y="2428560"/>
              <a:ext cx="1510560" cy="466920"/>
            </a:xfrm>
            <a:custGeom>
              <a:avLst/>
              <a:gdLst>
                <a:gd name="textAreaLeft" fmla="*/ 0 w 1510560"/>
                <a:gd name="textAreaRight" fmla="*/ 1510920 w 1510560"/>
                <a:gd name="textAreaTop" fmla="*/ 0 h 466920"/>
                <a:gd name="textAreaBottom" fmla="*/ 467280 h 466920"/>
              </a:gdLst>
              <a:ahLst/>
              <a:cxnLst/>
              <a:rect l="textAreaLeft" t="textAreaTop" r="textAreaRight" b="textAreaBottom"/>
              <a:pathLst>
                <a:path w="121104" h="37432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1987;p51"/>
            <p:cNvSpPr/>
            <p:nvPr/>
          </p:nvSpPr>
          <p:spPr>
            <a:xfrm>
              <a:off x="7923960" y="2523960"/>
              <a:ext cx="1510920" cy="46512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465120"/>
                <a:gd name="textAreaBottom" fmla="*/ 465480 h 465120"/>
              </a:gdLst>
              <a:ahLst/>
              <a:cxnLst/>
              <a:rect l="textAreaLeft" t="textAreaTop" r="textAreaRight" b="textAreaBottom"/>
              <a:pathLst>
                <a:path w="121147" h="37284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9" name="Google Shape;1988;p51"/>
            <p:cNvSpPr/>
            <p:nvPr/>
          </p:nvSpPr>
          <p:spPr>
            <a:xfrm>
              <a:off x="7872840" y="2334960"/>
              <a:ext cx="1511280" cy="465480"/>
            </a:xfrm>
            <a:custGeom>
              <a:avLst/>
              <a:gdLst>
                <a:gd name="textAreaLeft" fmla="*/ 0 w 1511280"/>
                <a:gd name="textAreaRight" fmla="*/ 1511640 w 1511280"/>
                <a:gd name="textAreaTop" fmla="*/ 0 h 465480"/>
                <a:gd name="textAreaBottom" fmla="*/ 465840 h 465480"/>
              </a:gdLst>
              <a:ahLst/>
              <a:cxnLst/>
              <a:rect l="textAreaLeft" t="textAreaTop" r="textAreaRight" b="textAreaBottom"/>
              <a:pathLst>
                <a:path w="121168" h="37306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0" name="Google Shape;1989;p51"/>
            <p:cNvSpPr/>
            <p:nvPr/>
          </p:nvSpPr>
          <p:spPr>
            <a:xfrm>
              <a:off x="7949520" y="2617920"/>
              <a:ext cx="1509480" cy="43596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435960"/>
                <a:gd name="textAreaBottom" fmla="*/ 436320 h 435960"/>
              </a:gdLst>
              <a:ahLst/>
              <a:cxnLst/>
              <a:rect l="textAreaLeft" t="textAreaTop" r="textAreaRight" b="textAreaBottom"/>
              <a:pathLst>
                <a:path w="121020" h="34945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1" name="Google Shape;1990;p51"/>
            <p:cNvSpPr/>
            <p:nvPr/>
          </p:nvSpPr>
          <p:spPr>
            <a:xfrm>
              <a:off x="7850520" y="2270520"/>
              <a:ext cx="1506240" cy="433800"/>
            </a:xfrm>
            <a:custGeom>
              <a:avLst/>
              <a:gdLst>
                <a:gd name="textAreaLeft" fmla="*/ 0 w 1506240"/>
                <a:gd name="textAreaRight" fmla="*/ 1506600 w 1506240"/>
                <a:gd name="textAreaTop" fmla="*/ 0 h 433800"/>
                <a:gd name="textAreaBottom" fmla="*/ 434160 h 433800"/>
              </a:gdLst>
              <a:ahLst/>
              <a:cxnLst/>
              <a:rect l="textAreaLeft" t="textAreaTop" r="textAreaRight" b="textAreaBottom"/>
              <a:pathLst>
                <a:path w="120767" h="34776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2" name="Google Shape;1991;p51"/>
          <p:cNvGrpSpPr/>
          <p:nvPr/>
        </p:nvGrpSpPr>
        <p:grpSpPr>
          <a:xfrm>
            <a:off x="-859140" y="3948395"/>
            <a:ext cx="1718280" cy="795600"/>
            <a:chOff x="-635040" y="3283560"/>
            <a:chExt cx="1718280" cy="795600"/>
          </a:xfrm>
        </p:grpSpPr>
        <p:sp>
          <p:nvSpPr>
            <p:cNvPr id="673" name="Google Shape;1992;p51"/>
            <p:cNvSpPr/>
            <p:nvPr/>
          </p:nvSpPr>
          <p:spPr>
            <a:xfrm rot="549000">
              <a:off x="-602640" y="3411360"/>
              <a:ext cx="1653480" cy="539640"/>
            </a:xfrm>
            <a:custGeom>
              <a:avLst/>
              <a:gdLst>
                <a:gd name="textAreaLeft" fmla="*/ 0 w 1653480"/>
                <a:gd name="textAreaRight" fmla="*/ 1653840 w 165348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4" name="Google Shape;1993;p51"/>
            <p:cNvSpPr/>
            <p:nvPr/>
          </p:nvSpPr>
          <p:spPr>
            <a:xfrm rot="549000">
              <a:off x="-414360" y="342288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5" name="Google Shape;1994;p51"/>
            <p:cNvSpPr/>
            <p:nvPr/>
          </p:nvSpPr>
          <p:spPr>
            <a:xfrm rot="549000">
              <a:off x="614160" y="35388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1995;p51"/>
            <p:cNvSpPr/>
            <p:nvPr/>
          </p:nvSpPr>
          <p:spPr>
            <a:xfrm rot="549000">
              <a:off x="-65880" y="346320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1996;p51"/>
            <p:cNvSpPr/>
            <p:nvPr/>
          </p:nvSpPr>
          <p:spPr>
            <a:xfrm rot="549000">
              <a:off x="263520" y="349992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997;p51"/>
            <p:cNvSpPr/>
            <p:nvPr/>
          </p:nvSpPr>
          <p:spPr>
            <a:xfrm rot="549000">
              <a:off x="439560" y="3519360"/>
              <a:ext cx="233280" cy="39672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998;p51"/>
            <p:cNvSpPr/>
            <p:nvPr/>
          </p:nvSpPr>
          <p:spPr>
            <a:xfrm rot="549000">
              <a:off x="-239760" y="344304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1999;p51"/>
            <p:cNvSpPr/>
            <p:nvPr/>
          </p:nvSpPr>
          <p:spPr>
            <a:xfrm rot="549000">
              <a:off x="110520" y="348192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2000;p51"/>
            <p:cNvSpPr/>
            <p:nvPr/>
          </p:nvSpPr>
          <p:spPr>
            <a:xfrm rot="549000">
              <a:off x="789840" y="355788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2" name="Google Shape;2001;p51"/>
            <p:cNvSpPr/>
            <p:nvPr/>
          </p:nvSpPr>
          <p:spPr>
            <a:xfrm rot="549000">
              <a:off x="-558000" y="340632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4" name="Rectangle 683"/>
          <p:cNvSpPr/>
          <p:nvPr/>
        </p:nvSpPr>
        <p:spPr>
          <a:xfrm>
            <a:off x="3381390" y="629960"/>
            <a:ext cx="2381220" cy="4106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Ablation Analysis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5" name="Rectangle 684"/>
          <p:cNvSpPr/>
          <p:nvPr/>
        </p:nvSpPr>
        <p:spPr>
          <a:xfrm>
            <a:off x="5543215" y="1455082"/>
            <a:ext cx="2868030" cy="26665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Key Observation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solidFill>
                <a:srgbClr val="000000"/>
              </a:solidFill>
              <a:latin typeface="Delius Swash Cap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• Transformer fusion achieved the best overall performance.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• Removing any modality reduced ROC-AUC and F1-score.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000000"/>
                </a:solidFill>
                <a:latin typeface="Delius Swash Caps"/>
              </a:rPr>
              <a:t>• Multimodal learning improved robustness.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2174;p53"/>
          <p:cNvGrpSpPr/>
          <p:nvPr/>
        </p:nvGrpSpPr>
        <p:grpSpPr>
          <a:xfrm>
            <a:off x="7580880" y="3673440"/>
            <a:ext cx="1002240" cy="934200"/>
            <a:chOff x="7580880" y="3673440"/>
            <a:chExt cx="1002240" cy="934200"/>
          </a:xfrm>
        </p:grpSpPr>
        <p:sp>
          <p:nvSpPr>
            <p:cNvPr id="687" name="Google Shape;2175;p53"/>
            <p:cNvSpPr/>
            <p:nvPr/>
          </p:nvSpPr>
          <p:spPr>
            <a:xfrm>
              <a:off x="7580880" y="3673440"/>
              <a:ext cx="1002240" cy="934200"/>
            </a:xfrm>
            <a:custGeom>
              <a:avLst/>
              <a:gdLst>
                <a:gd name="textAreaLeft" fmla="*/ 0 w 1002240"/>
                <a:gd name="textAreaRight" fmla="*/ 1002600 w 1002240"/>
                <a:gd name="textAreaTop" fmla="*/ 0 h 934200"/>
                <a:gd name="textAreaBottom" fmla="*/ 934560 h 934200"/>
              </a:gdLst>
              <a:ahLst/>
              <a:cxnLst/>
              <a:rect l="textAreaLeft" t="textAreaTop" r="textAreaRight" b="textAreaBottom"/>
              <a:pathLst>
                <a:path w="49258" h="45910">
                  <a:moveTo>
                    <a:pt x="25421" y="1"/>
                  </a:moveTo>
                  <a:cubicBezTo>
                    <a:pt x="15700" y="433"/>
                    <a:pt x="7346" y="6878"/>
                    <a:pt x="4429" y="16132"/>
                  </a:cubicBezTo>
                  <a:cubicBezTo>
                    <a:pt x="4429" y="16204"/>
                    <a:pt x="4393" y="16276"/>
                    <a:pt x="4393" y="16384"/>
                  </a:cubicBezTo>
                  <a:cubicBezTo>
                    <a:pt x="1" y="31075"/>
                    <a:pt x="10983" y="45873"/>
                    <a:pt x="26358" y="45909"/>
                  </a:cubicBezTo>
                  <a:lnTo>
                    <a:pt x="26322" y="45873"/>
                  </a:lnTo>
                  <a:lnTo>
                    <a:pt x="26322" y="45873"/>
                  </a:lnTo>
                  <a:cubicBezTo>
                    <a:pt x="26354" y="45874"/>
                    <a:pt x="26387" y="45874"/>
                    <a:pt x="26420" y="45874"/>
                  </a:cubicBezTo>
                  <a:cubicBezTo>
                    <a:pt x="34699" y="45874"/>
                    <a:pt x="42325" y="41344"/>
                    <a:pt x="46377" y="34099"/>
                  </a:cubicBezTo>
                  <a:cubicBezTo>
                    <a:pt x="46485" y="33955"/>
                    <a:pt x="46593" y="33811"/>
                    <a:pt x="46665" y="33667"/>
                  </a:cubicBezTo>
                  <a:cubicBezTo>
                    <a:pt x="48358" y="30355"/>
                    <a:pt x="49258" y="26718"/>
                    <a:pt x="49258" y="23045"/>
                  </a:cubicBezTo>
                  <a:lnTo>
                    <a:pt x="49258" y="22973"/>
                  </a:lnTo>
                  <a:cubicBezTo>
                    <a:pt x="49258" y="16780"/>
                    <a:pt x="46773" y="10875"/>
                    <a:pt x="42381" y="6590"/>
                  </a:cubicBezTo>
                  <a:lnTo>
                    <a:pt x="42237" y="6446"/>
                  </a:lnTo>
                  <a:cubicBezTo>
                    <a:pt x="42165" y="6374"/>
                    <a:pt x="42093" y="6338"/>
                    <a:pt x="42021" y="6266"/>
                  </a:cubicBezTo>
                  <a:cubicBezTo>
                    <a:pt x="41300" y="5582"/>
                    <a:pt x="40544" y="4970"/>
                    <a:pt x="39788" y="4358"/>
                  </a:cubicBezTo>
                  <a:cubicBezTo>
                    <a:pt x="39680" y="4322"/>
                    <a:pt x="39608" y="4250"/>
                    <a:pt x="39536" y="4214"/>
                  </a:cubicBezTo>
                  <a:cubicBezTo>
                    <a:pt x="35683" y="1477"/>
                    <a:pt x="31074" y="37"/>
                    <a:pt x="26322" y="37"/>
                  </a:cubicBezTo>
                  <a:lnTo>
                    <a:pt x="25961" y="37"/>
                  </a:lnTo>
                  <a:cubicBezTo>
                    <a:pt x="25817" y="1"/>
                    <a:pt x="25673" y="1"/>
                    <a:pt x="255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75967" dir="2884399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8" name="Google Shape;2176;p53"/>
            <p:cNvSpPr/>
            <p:nvPr/>
          </p:nvSpPr>
          <p:spPr>
            <a:xfrm>
              <a:off x="7597080" y="3722040"/>
              <a:ext cx="932760" cy="826560"/>
            </a:xfrm>
            <a:custGeom>
              <a:avLst/>
              <a:gdLst>
                <a:gd name="textAreaLeft" fmla="*/ 0 w 932760"/>
                <a:gd name="textAreaRight" fmla="*/ 933120 w 932760"/>
                <a:gd name="textAreaTop" fmla="*/ 0 h 826560"/>
                <a:gd name="textAreaBottom" fmla="*/ 826920 h 826560"/>
              </a:gdLst>
              <a:ahLst/>
              <a:cxnLst/>
              <a:rect l="textAreaLeft" t="textAreaTop" r="textAreaRight" b="textAreaBottom"/>
              <a:pathLst>
                <a:path w="45838" h="40619">
                  <a:moveTo>
                    <a:pt x="24665" y="0"/>
                  </a:moveTo>
                  <a:cubicBezTo>
                    <a:pt x="9038" y="649"/>
                    <a:pt x="1" y="17932"/>
                    <a:pt x="8354" y="31146"/>
                  </a:cubicBezTo>
                  <a:cubicBezTo>
                    <a:pt x="12350" y="37494"/>
                    <a:pt x="18929" y="40618"/>
                    <a:pt x="25499" y="40618"/>
                  </a:cubicBezTo>
                  <a:cubicBezTo>
                    <a:pt x="32605" y="40618"/>
                    <a:pt x="39699" y="36963"/>
                    <a:pt x="43497" y="29778"/>
                  </a:cubicBezTo>
                  <a:cubicBezTo>
                    <a:pt x="43533" y="29706"/>
                    <a:pt x="43569" y="29634"/>
                    <a:pt x="43605" y="29562"/>
                  </a:cubicBezTo>
                  <a:cubicBezTo>
                    <a:pt x="43641" y="29454"/>
                    <a:pt x="43713" y="29346"/>
                    <a:pt x="43749" y="29238"/>
                  </a:cubicBezTo>
                  <a:cubicBezTo>
                    <a:pt x="45117" y="26465"/>
                    <a:pt x="45837" y="23405"/>
                    <a:pt x="45837" y="20308"/>
                  </a:cubicBezTo>
                  <a:cubicBezTo>
                    <a:pt x="45837" y="9074"/>
                    <a:pt x="36728" y="0"/>
                    <a:pt x="2553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9" name="Google Shape;2177;p53"/>
            <p:cNvSpPr/>
            <p:nvPr/>
          </p:nvSpPr>
          <p:spPr>
            <a:xfrm>
              <a:off x="7721640" y="3721320"/>
              <a:ext cx="470160" cy="783360"/>
            </a:xfrm>
            <a:custGeom>
              <a:avLst/>
              <a:gdLst>
                <a:gd name="textAreaLeft" fmla="*/ 0 w 470160"/>
                <a:gd name="textAreaRight" fmla="*/ 470520 w 470160"/>
                <a:gd name="textAreaTop" fmla="*/ 0 h 783360"/>
                <a:gd name="textAreaBottom" fmla="*/ 783720 h 783360"/>
              </a:gdLst>
              <a:ahLst/>
              <a:cxnLst/>
              <a:rect l="textAreaLeft" t="textAreaTop" r="textAreaRight" b="textAreaBottom"/>
              <a:pathLst>
                <a:path w="23118" h="38507">
                  <a:moveTo>
                    <a:pt x="18580" y="0"/>
                  </a:moveTo>
                  <a:cubicBezTo>
                    <a:pt x="9975" y="360"/>
                    <a:pt x="2557" y="6086"/>
                    <a:pt x="1" y="14295"/>
                  </a:cubicBezTo>
                  <a:lnTo>
                    <a:pt x="3962" y="17212"/>
                  </a:lnTo>
                  <a:cubicBezTo>
                    <a:pt x="5078" y="18040"/>
                    <a:pt x="6302" y="18904"/>
                    <a:pt x="7670" y="18940"/>
                  </a:cubicBezTo>
                  <a:cubicBezTo>
                    <a:pt x="8270" y="18940"/>
                    <a:pt x="8903" y="18796"/>
                    <a:pt x="9503" y="18796"/>
                  </a:cubicBezTo>
                  <a:cubicBezTo>
                    <a:pt x="9803" y="18796"/>
                    <a:pt x="10095" y="18832"/>
                    <a:pt x="10371" y="18940"/>
                  </a:cubicBezTo>
                  <a:cubicBezTo>
                    <a:pt x="11415" y="19336"/>
                    <a:pt x="11883" y="20668"/>
                    <a:pt x="11739" y="21784"/>
                  </a:cubicBezTo>
                  <a:cubicBezTo>
                    <a:pt x="11595" y="22901"/>
                    <a:pt x="11019" y="23909"/>
                    <a:pt x="10659" y="24989"/>
                  </a:cubicBezTo>
                  <a:cubicBezTo>
                    <a:pt x="9903" y="27149"/>
                    <a:pt x="9903" y="29634"/>
                    <a:pt x="11055" y="31614"/>
                  </a:cubicBezTo>
                  <a:cubicBezTo>
                    <a:pt x="12495" y="34027"/>
                    <a:pt x="15268" y="35179"/>
                    <a:pt x="17896" y="36187"/>
                  </a:cubicBezTo>
                  <a:cubicBezTo>
                    <a:pt x="18652" y="36403"/>
                    <a:pt x="19337" y="36763"/>
                    <a:pt x="19877" y="37303"/>
                  </a:cubicBezTo>
                  <a:cubicBezTo>
                    <a:pt x="20201" y="37663"/>
                    <a:pt x="20417" y="38131"/>
                    <a:pt x="20849" y="38383"/>
                  </a:cubicBezTo>
                  <a:cubicBezTo>
                    <a:pt x="20979" y="38466"/>
                    <a:pt x="21143" y="38506"/>
                    <a:pt x="21308" y="38506"/>
                  </a:cubicBezTo>
                  <a:cubicBezTo>
                    <a:pt x="21644" y="38506"/>
                    <a:pt x="21977" y="38338"/>
                    <a:pt x="22001" y="38023"/>
                  </a:cubicBezTo>
                  <a:cubicBezTo>
                    <a:pt x="20957" y="36691"/>
                    <a:pt x="20849" y="34855"/>
                    <a:pt x="21209" y="33199"/>
                  </a:cubicBezTo>
                  <a:cubicBezTo>
                    <a:pt x="21569" y="31542"/>
                    <a:pt x="22361" y="30030"/>
                    <a:pt x="22937" y="28446"/>
                  </a:cubicBezTo>
                  <a:cubicBezTo>
                    <a:pt x="23045" y="28158"/>
                    <a:pt x="23117" y="27834"/>
                    <a:pt x="23081" y="27509"/>
                  </a:cubicBezTo>
                  <a:cubicBezTo>
                    <a:pt x="23009" y="27185"/>
                    <a:pt x="22865" y="26897"/>
                    <a:pt x="22649" y="26681"/>
                  </a:cubicBezTo>
                  <a:cubicBezTo>
                    <a:pt x="21965" y="25925"/>
                    <a:pt x="21137" y="25313"/>
                    <a:pt x="20201" y="24953"/>
                  </a:cubicBezTo>
                  <a:cubicBezTo>
                    <a:pt x="20813" y="23837"/>
                    <a:pt x="19769" y="22433"/>
                    <a:pt x="18544" y="21964"/>
                  </a:cubicBezTo>
                  <a:cubicBezTo>
                    <a:pt x="17356" y="21496"/>
                    <a:pt x="15988" y="21496"/>
                    <a:pt x="14872" y="20848"/>
                  </a:cubicBezTo>
                  <a:cubicBezTo>
                    <a:pt x="14692" y="20776"/>
                    <a:pt x="14512" y="20632"/>
                    <a:pt x="14404" y="20452"/>
                  </a:cubicBezTo>
                  <a:cubicBezTo>
                    <a:pt x="14260" y="20092"/>
                    <a:pt x="14296" y="19696"/>
                    <a:pt x="14512" y="19372"/>
                  </a:cubicBezTo>
                  <a:cubicBezTo>
                    <a:pt x="15520" y="17284"/>
                    <a:pt x="17752" y="16095"/>
                    <a:pt x="19949" y="15375"/>
                  </a:cubicBezTo>
                  <a:cubicBezTo>
                    <a:pt x="20417" y="15267"/>
                    <a:pt x="20885" y="15051"/>
                    <a:pt x="21281" y="14727"/>
                  </a:cubicBezTo>
                  <a:cubicBezTo>
                    <a:pt x="21821" y="14259"/>
                    <a:pt x="21929" y="13467"/>
                    <a:pt x="21965" y="12747"/>
                  </a:cubicBezTo>
                  <a:cubicBezTo>
                    <a:pt x="22073" y="11342"/>
                    <a:pt x="22001" y="9974"/>
                    <a:pt x="21821" y="8570"/>
                  </a:cubicBezTo>
                  <a:cubicBezTo>
                    <a:pt x="21461" y="6122"/>
                    <a:pt x="20669" y="3745"/>
                    <a:pt x="19517" y="1585"/>
                  </a:cubicBezTo>
                  <a:cubicBezTo>
                    <a:pt x="19229" y="1045"/>
                    <a:pt x="18904" y="504"/>
                    <a:pt x="1858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0" name="Google Shape;2178;p53"/>
            <p:cNvSpPr/>
            <p:nvPr/>
          </p:nvSpPr>
          <p:spPr>
            <a:xfrm>
              <a:off x="8259480" y="3799440"/>
              <a:ext cx="270000" cy="61452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614520"/>
                <a:gd name="textAreaBottom" fmla="*/ 614880 h 614520"/>
              </a:gdLst>
              <a:ahLst/>
              <a:cxnLst/>
              <a:rect l="textAreaLeft" t="textAreaTop" r="textAreaRight" b="textAreaBottom"/>
              <a:pathLst>
                <a:path w="13288" h="30201">
                  <a:moveTo>
                    <a:pt x="4898" y="0"/>
                  </a:moveTo>
                  <a:lnTo>
                    <a:pt x="4466" y="288"/>
                  </a:lnTo>
                  <a:cubicBezTo>
                    <a:pt x="3638" y="828"/>
                    <a:pt x="2845" y="1404"/>
                    <a:pt x="2161" y="2052"/>
                  </a:cubicBezTo>
                  <a:cubicBezTo>
                    <a:pt x="793" y="3385"/>
                    <a:pt x="1" y="5761"/>
                    <a:pt x="1333" y="7093"/>
                  </a:cubicBezTo>
                  <a:cubicBezTo>
                    <a:pt x="2485" y="8282"/>
                    <a:pt x="4790" y="8318"/>
                    <a:pt x="5186" y="9902"/>
                  </a:cubicBezTo>
                  <a:cubicBezTo>
                    <a:pt x="5402" y="10838"/>
                    <a:pt x="4754" y="11738"/>
                    <a:pt x="4214" y="12566"/>
                  </a:cubicBezTo>
                  <a:cubicBezTo>
                    <a:pt x="3674" y="13359"/>
                    <a:pt x="3241" y="14475"/>
                    <a:pt x="3818" y="15267"/>
                  </a:cubicBezTo>
                  <a:cubicBezTo>
                    <a:pt x="3998" y="15483"/>
                    <a:pt x="4250" y="15699"/>
                    <a:pt x="4466" y="15879"/>
                  </a:cubicBezTo>
                  <a:cubicBezTo>
                    <a:pt x="5690" y="16959"/>
                    <a:pt x="5942" y="18868"/>
                    <a:pt x="5474" y="20452"/>
                  </a:cubicBezTo>
                  <a:cubicBezTo>
                    <a:pt x="5042" y="22036"/>
                    <a:pt x="4070" y="23368"/>
                    <a:pt x="3169" y="24773"/>
                  </a:cubicBezTo>
                  <a:cubicBezTo>
                    <a:pt x="2305" y="26177"/>
                    <a:pt x="1513" y="27689"/>
                    <a:pt x="1477" y="29346"/>
                  </a:cubicBezTo>
                  <a:cubicBezTo>
                    <a:pt x="1441" y="29562"/>
                    <a:pt x="1513" y="29778"/>
                    <a:pt x="1621" y="29958"/>
                  </a:cubicBezTo>
                  <a:cubicBezTo>
                    <a:pt x="1747" y="30138"/>
                    <a:pt x="1945" y="30201"/>
                    <a:pt x="2161" y="30201"/>
                  </a:cubicBezTo>
                  <a:cubicBezTo>
                    <a:pt x="2377" y="30201"/>
                    <a:pt x="2611" y="30138"/>
                    <a:pt x="2809" y="30066"/>
                  </a:cubicBezTo>
                  <a:cubicBezTo>
                    <a:pt x="4034" y="29598"/>
                    <a:pt x="5150" y="28877"/>
                    <a:pt x="6050" y="27941"/>
                  </a:cubicBezTo>
                  <a:cubicBezTo>
                    <a:pt x="6518" y="27401"/>
                    <a:pt x="7058" y="26933"/>
                    <a:pt x="7634" y="26573"/>
                  </a:cubicBezTo>
                  <a:cubicBezTo>
                    <a:pt x="8246" y="26285"/>
                    <a:pt x="8895" y="26141"/>
                    <a:pt x="9579" y="26105"/>
                  </a:cubicBezTo>
                  <a:cubicBezTo>
                    <a:pt x="10047" y="26069"/>
                    <a:pt x="10515" y="26033"/>
                    <a:pt x="11019" y="25961"/>
                  </a:cubicBezTo>
                  <a:cubicBezTo>
                    <a:pt x="12531" y="23044"/>
                    <a:pt x="13287" y="19804"/>
                    <a:pt x="13287" y="16527"/>
                  </a:cubicBezTo>
                  <a:cubicBezTo>
                    <a:pt x="13287" y="10010"/>
                    <a:pt x="10191" y="3853"/>
                    <a:pt x="48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1" name="Google Shape;2179;p53"/>
          <p:cNvGrpSpPr/>
          <p:nvPr/>
        </p:nvGrpSpPr>
        <p:grpSpPr>
          <a:xfrm>
            <a:off x="-562320" y="3865680"/>
            <a:ext cx="1564920" cy="996120"/>
            <a:chOff x="-562320" y="3865680"/>
            <a:chExt cx="1564920" cy="996120"/>
          </a:xfrm>
        </p:grpSpPr>
        <p:sp>
          <p:nvSpPr>
            <p:cNvPr id="692" name="Google Shape;2180;p53"/>
            <p:cNvSpPr/>
            <p:nvPr/>
          </p:nvSpPr>
          <p:spPr>
            <a:xfrm rot="1283400">
              <a:off x="-524520" y="4120560"/>
              <a:ext cx="1490040" cy="48636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486360"/>
                <a:gd name="textAreaBottom" fmla="*/ 486720 h 48636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2181;p53"/>
            <p:cNvSpPr/>
            <p:nvPr/>
          </p:nvSpPr>
          <p:spPr>
            <a:xfrm rot="1283400">
              <a:off x="-333000" y="4032000"/>
              <a:ext cx="207720" cy="358200"/>
            </a:xfrm>
            <a:custGeom>
              <a:avLst/>
              <a:gdLst>
                <a:gd name="textAreaLeft" fmla="*/ 0 w 207720"/>
                <a:gd name="textAreaRight" fmla="*/ 208080 w 20772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2182;p53"/>
            <p:cNvSpPr/>
            <p:nvPr/>
          </p:nvSpPr>
          <p:spPr>
            <a:xfrm rot="1283400">
              <a:off x="550440" y="4331160"/>
              <a:ext cx="210600" cy="35712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7120"/>
                <a:gd name="textAreaBottom" fmla="*/ 357480 h 35712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2183;p53"/>
            <p:cNvSpPr/>
            <p:nvPr/>
          </p:nvSpPr>
          <p:spPr>
            <a:xfrm rot="1283400">
              <a:off x="-33480" y="4134600"/>
              <a:ext cx="210600" cy="3567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2184;p53"/>
            <p:cNvSpPr/>
            <p:nvPr/>
          </p:nvSpPr>
          <p:spPr>
            <a:xfrm rot="1283400">
              <a:off x="249480" y="4230000"/>
              <a:ext cx="210600" cy="3567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2185;p53"/>
            <p:cNvSpPr/>
            <p:nvPr/>
          </p:nvSpPr>
          <p:spPr>
            <a:xfrm rot="1283400">
              <a:off x="400680" y="4280400"/>
              <a:ext cx="210240" cy="35748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8" name="Google Shape;2186;p53"/>
            <p:cNvSpPr/>
            <p:nvPr/>
          </p:nvSpPr>
          <p:spPr>
            <a:xfrm rot="1283400">
              <a:off x="-182520" y="4083840"/>
              <a:ext cx="209520" cy="356760"/>
            </a:xfrm>
            <a:custGeom>
              <a:avLst/>
              <a:gdLst>
                <a:gd name="textAreaLeft" fmla="*/ 0 w 209520"/>
                <a:gd name="textAreaRight" fmla="*/ 209880 w 20952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2187;p53"/>
            <p:cNvSpPr/>
            <p:nvPr/>
          </p:nvSpPr>
          <p:spPr>
            <a:xfrm rot="1283400">
              <a:off x="118440" y="4182480"/>
              <a:ext cx="190800" cy="356400"/>
            </a:xfrm>
            <a:custGeom>
              <a:avLst/>
              <a:gdLst>
                <a:gd name="textAreaLeft" fmla="*/ 0 w 190800"/>
                <a:gd name="textAreaRight" fmla="*/ 191160 w 190800"/>
                <a:gd name="textAreaTop" fmla="*/ 0 h 356400"/>
                <a:gd name="textAreaBottom" fmla="*/ 356760 h 35640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2188;p53"/>
            <p:cNvSpPr/>
            <p:nvPr/>
          </p:nvSpPr>
          <p:spPr>
            <a:xfrm rot="1283400">
              <a:off x="702000" y="4379400"/>
              <a:ext cx="193320" cy="356760"/>
            </a:xfrm>
            <a:custGeom>
              <a:avLst/>
              <a:gdLst>
                <a:gd name="textAreaLeft" fmla="*/ 0 w 193320"/>
                <a:gd name="textAreaRight" fmla="*/ 193680 w 193320"/>
                <a:gd name="textAreaTop" fmla="*/ 0 h 356760"/>
                <a:gd name="textAreaBottom" fmla="*/ 357120 h 35676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1" name="Google Shape;2189;p53"/>
            <p:cNvSpPr/>
            <p:nvPr/>
          </p:nvSpPr>
          <p:spPr>
            <a:xfrm rot="1283400">
              <a:off x="-455760" y="3987360"/>
              <a:ext cx="178920" cy="35784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0" name="Google Shape;2198;p53"/>
          <p:cNvGrpSpPr/>
          <p:nvPr/>
        </p:nvGrpSpPr>
        <p:grpSpPr>
          <a:xfrm>
            <a:off x="8315280" y="193320"/>
            <a:ext cx="1706400" cy="731880"/>
            <a:chOff x="8315280" y="193320"/>
            <a:chExt cx="1706400" cy="731880"/>
          </a:xfrm>
        </p:grpSpPr>
        <p:sp>
          <p:nvSpPr>
            <p:cNvPr id="711" name="Google Shape;2199;p53"/>
            <p:cNvSpPr/>
            <p:nvPr/>
          </p:nvSpPr>
          <p:spPr>
            <a:xfrm rot="21049200">
              <a:off x="8342280" y="321840"/>
              <a:ext cx="1652040" cy="474480"/>
            </a:xfrm>
            <a:custGeom>
              <a:avLst/>
              <a:gdLst>
                <a:gd name="textAreaLeft" fmla="*/ 0 w 1652040"/>
                <a:gd name="textAreaRight" fmla="*/ 1652400 w 165204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128944" h="37053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56972" dir="2992196" algn="bl" rotWithShape="0">
                <a:schemeClr val="dk1">
                  <a:alpha val="79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2200;p53"/>
            <p:cNvSpPr/>
            <p:nvPr/>
          </p:nvSpPr>
          <p:spPr>
            <a:xfrm rot="21049200">
              <a:off x="8408880" y="677160"/>
              <a:ext cx="1570680" cy="75960"/>
            </a:xfrm>
            <a:custGeom>
              <a:avLst/>
              <a:gdLst>
                <a:gd name="textAreaLeft" fmla="*/ 0 w 1570680"/>
                <a:gd name="textAreaRight" fmla="*/ 1571040 w 15706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22605" h="5968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2201;p53"/>
            <p:cNvSpPr/>
            <p:nvPr/>
          </p:nvSpPr>
          <p:spPr>
            <a:xfrm rot="21049200">
              <a:off x="8485920" y="45684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2202;p53"/>
            <p:cNvSpPr/>
            <p:nvPr/>
          </p:nvSpPr>
          <p:spPr>
            <a:xfrm rot="21049200">
              <a:off x="8824320" y="40212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2203;p53"/>
            <p:cNvSpPr/>
            <p:nvPr/>
          </p:nvSpPr>
          <p:spPr>
            <a:xfrm rot="21049200">
              <a:off x="9170640" y="34632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4" h="5944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2204;p53"/>
            <p:cNvSpPr/>
            <p:nvPr/>
          </p:nvSpPr>
          <p:spPr>
            <a:xfrm rot="21049200">
              <a:off x="9509040" y="29160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5" h="5944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2205;p53"/>
            <p:cNvSpPr/>
            <p:nvPr/>
          </p:nvSpPr>
          <p:spPr>
            <a:xfrm rot="21049200">
              <a:off x="9009360" y="374400"/>
              <a:ext cx="146880" cy="759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487" h="5944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2206;p53"/>
            <p:cNvSpPr/>
            <p:nvPr/>
          </p:nvSpPr>
          <p:spPr>
            <a:xfrm rot="21049200">
              <a:off x="9693000" y="264240"/>
              <a:ext cx="141840" cy="759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108" h="5944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2207;p53"/>
            <p:cNvSpPr/>
            <p:nvPr/>
          </p:nvSpPr>
          <p:spPr>
            <a:xfrm rot="21049200">
              <a:off x="9354600" y="318960"/>
              <a:ext cx="140040" cy="759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961" h="5944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2208;p53"/>
            <p:cNvSpPr/>
            <p:nvPr/>
          </p:nvSpPr>
          <p:spPr>
            <a:xfrm rot="21049200">
              <a:off x="8671320" y="429480"/>
              <a:ext cx="138600" cy="7596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834" h="5944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2209;p53"/>
            <p:cNvSpPr/>
            <p:nvPr/>
          </p:nvSpPr>
          <p:spPr>
            <a:xfrm rot="21049200">
              <a:off x="8384760" y="574200"/>
              <a:ext cx="104760" cy="964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8200" h="7546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2210;p53"/>
            <p:cNvSpPr/>
            <p:nvPr/>
          </p:nvSpPr>
          <p:spPr>
            <a:xfrm rot="21049200">
              <a:off x="8402400" y="687600"/>
              <a:ext cx="104760" cy="896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8200" h="702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2211;p53"/>
            <p:cNvSpPr/>
            <p:nvPr/>
          </p:nvSpPr>
          <p:spPr>
            <a:xfrm rot="21049200">
              <a:off x="8367840" y="480960"/>
              <a:ext cx="104760" cy="7596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8200" h="5965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4" name="Google Shape;2212;p53"/>
            <p:cNvSpPr/>
            <p:nvPr/>
          </p:nvSpPr>
          <p:spPr>
            <a:xfrm rot="21049200">
              <a:off x="9866160" y="337320"/>
              <a:ext cx="69120" cy="95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418" h="7507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5" name="Google Shape;2213;p53"/>
            <p:cNvSpPr/>
            <p:nvPr/>
          </p:nvSpPr>
          <p:spPr>
            <a:xfrm rot="21049200">
              <a:off x="9884160" y="450720"/>
              <a:ext cx="69120" cy="8928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5418" h="700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6" name="Google Shape;2214;p53"/>
            <p:cNvSpPr/>
            <p:nvPr/>
          </p:nvSpPr>
          <p:spPr>
            <a:xfrm rot="21049200">
              <a:off x="9849600" y="244440"/>
              <a:ext cx="69120" cy="75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5418" h="5944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2215;p53"/>
            <p:cNvSpPr/>
            <p:nvPr/>
          </p:nvSpPr>
          <p:spPr>
            <a:xfrm rot="21049200">
              <a:off x="8502840" y="549720"/>
              <a:ext cx="170640" cy="964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342" h="7546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2216;p53"/>
            <p:cNvSpPr/>
            <p:nvPr/>
          </p:nvSpPr>
          <p:spPr>
            <a:xfrm rot="21049200">
              <a:off x="8841240" y="495000"/>
              <a:ext cx="170280" cy="9612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3321" h="7525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2217;p53"/>
            <p:cNvSpPr/>
            <p:nvPr/>
          </p:nvSpPr>
          <p:spPr>
            <a:xfrm rot="21049200">
              <a:off x="9525960" y="38412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195" h="7546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2218;p53"/>
            <p:cNvSpPr/>
            <p:nvPr/>
          </p:nvSpPr>
          <p:spPr>
            <a:xfrm rot="21049200">
              <a:off x="9187560" y="43920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215" h="7546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2219;p53"/>
            <p:cNvSpPr/>
            <p:nvPr/>
          </p:nvSpPr>
          <p:spPr>
            <a:xfrm rot="21049200">
              <a:off x="8858880" y="608760"/>
              <a:ext cx="170640" cy="892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42" h="6999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2220;p53"/>
            <p:cNvSpPr/>
            <p:nvPr/>
          </p:nvSpPr>
          <p:spPr>
            <a:xfrm rot="21049200">
              <a:off x="8520480" y="663120"/>
              <a:ext cx="170640" cy="89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342" h="702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2221;p53"/>
            <p:cNvSpPr/>
            <p:nvPr/>
          </p:nvSpPr>
          <p:spPr>
            <a:xfrm rot="21049200">
              <a:off x="9543600" y="497880"/>
              <a:ext cx="168840" cy="892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216" h="700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2222;p53"/>
            <p:cNvSpPr/>
            <p:nvPr/>
          </p:nvSpPr>
          <p:spPr>
            <a:xfrm rot="21049200">
              <a:off x="9205560" y="552240"/>
              <a:ext cx="168840" cy="896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194" h="702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2223;p53"/>
            <p:cNvSpPr/>
            <p:nvPr/>
          </p:nvSpPr>
          <p:spPr>
            <a:xfrm rot="21049200">
              <a:off x="9026280" y="467280"/>
              <a:ext cx="146880" cy="964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487" h="7546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2224;p53"/>
            <p:cNvSpPr/>
            <p:nvPr/>
          </p:nvSpPr>
          <p:spPr>
            <a:xfrm rot="21049200">
              <a:off x="9709200" y="356760"/>
              <a:ext cx="141840" cy="964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108" h="7546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2225;p53"/>
            <p:cNvSpPr/>
            <p:nvPr/>
          </p:nvSpPr>
          <p:spPr>
            <a:xfrm rot="21049200">
              <a:off x="9371160" y="41184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0961" h="7527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2226;p53"/>
            <p:cNvSpPr/>
            <p:nvPr/>
          </p:nvSpPr>
          <p:spPr>
            <a:xfrm rot="21049200">
              <a:off x="8687880" y="522360"/>
              <a:ext cx="138600" cy="964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855" h="7546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9" name="Google Shape;2227;p53"/>
            <p:cNvSpPr/>
            <p:nvPr/>
          </p:nvSpPr>
          <p:spPr>
            <a:xfrm rot="21049200">
              <a:off x="9044280" y="580320"/>
              <a:ext cx="146880" cy="892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1487" h="7001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0" name="Google Shape;2228;p53"/>
            <p:cNvSpPr/>
            <p:nvPr/>
          </p:nvSpPr>
          <p:spPr>
            <a:xfrm rot="21049200">
              <a:off x="9727200" y="470160"/>
              <a:ext cx="141840" cy="896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1087" h="702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1" name="Google Shape;2229;p53"/>
            <p:cNvSpPr/>
            <p:nvPr/>
          </p:nvSpPr>
          <p:spPr>
            <a:xfrm rot="21049200">
              <a:off x="9389160" y="525600"/>
              <a:ext cx="140040" cy="8928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61" h="700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2230;p53"/>
            <p:cNvSpPr/>
            <p:nvPr/>
          </p:nvSpPr>
          <p:spPr>
            <a:xfrm rot="21049200">
              <a:off x="8705520" y="635760"/>
              <a:ext cx="138600" cy="892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855" h="7001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2231;p53"/>
            <p:cNvSpPr/>
            <p:nvPr/>
          </p:nvSpPr>
          <p:spPr>
            <a:xfrm rot="21049200">
              <a:off x="8381880" y="362520"/>
              <a:ext cx="1572840" cy="393840"/>
            </a:xfrm>
            <a:custGeom>
              <a:avLst/>
              <a:gdLst>
                <a:gd name="textAreaLeft" fmla="*/ 0 w 1572840"/>
                <a:gd name="textAreaRight" fmla="*/ 1573200 w 157284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22748" h="30762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ECBA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44" name="Rectangle 743"/>
          <p:cNvSpPr/>
          <p:nvPr/>
        </p:nvSpPr>
        <p:spPr>
          <a:xfrm>
            <a:off x="2209680" y="809640"/>
            <a:ext cx="397152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00" b="1" u="none" strike="noStrike" dirty="0">
                <a:solidFill>
                  <a:srgbClr val="000000"/>
                </a:solidFill>
                <a:effectLst/>
                <a:uFillTx/>
                <a:latin typeface="Dancing Script"/>
              </a:rPr>
              <a:t>Conclusions</a:t>
            </a:r>
            <a:endParaRPr lang="en-US" sz="43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5" name="Rectangle 744"/>
          <p:cNvSpPr/>
          <p:nvPr/>
        </p:nvSpPr>
        <p:spPr>
          <a:xfrm>
            <a:off x="856838" y="1786595"/>
            <a:ext cx="4611891" cy="26217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i="1" u="none" strike="noStrike" dirty="0" err="1">
                <a:solidFill>
                  <a:srgbClr val="000000"/>
                </a:solidFill>
                <a:effectLst/>
                <a:uFillTx/>
                <a:latin typeface="Delius Swash Caps"/>
              </a:rPr>
              <a:t>AnemiaFusionNet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 delivers region‑aware, multimodal anemia detection by fusing conjunctival images, clinical data, and NFHS‑5 geo‑risk via transformer fusion.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The approach improves diagnostic metrics and supports reproducible deployment with modular extractors and checkpoints.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Delius Swash Caps"/>
              </a:rPr>
              <a:t>Next steps: deploy evaluation pipeline, external validation, and model optimization for on‑device inference.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98E65-4E89-06B4-04B7-7CA31C8DB80C}"/>
              </a:ext>
            </a:extLst>
          </p:cNvPr>
          <p:cNvSpPr txBox="1"/>
          <p:nvPr/>
        </p:nvSpPr>
        <p:spPr>
          <a:xfrm>
            <a:off x="5825900" y="1595706"/>
            <a:ext cx="265208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Delius Swash Caps"/>
              </a:rPr>
              <a:t>Achievements</a:t>
            </a:r>
          </a:p>
          <a:p>
            <a:endParaRPr lang="en-IN" sz="1400" dirty="0">
              <a:latin typeface="Delius Swash Caps"/>
            </a:endParaRPr>
          </a:p>
          <a:p>
            <a:r>
              <a:rPr lang="en-IN" sz="1400" dirty="0">
                <a:latin typeface="Delius Swash Caps"/>
              </a:rPr>
              <a:t>✔ Multimodal Framework</a:t>
            </a:r>
          </a:p>
          <a:p>
            <a:endParaRPr lang="en-IN" sz="1400" dirty="0">
              <a:latin typeface="Delius Swash Caps"/>
            </a:endParaRPr>
          </a:p>
          <a:p>
            <a:r>
              <a:rPr lang="en-IN" sz="1400" dirty="0">
                <a:latin typeface="Delius Swash Caps"/>
              </a:rPr>
              <a:t>✔ Transformer Fusion</a:t>
            </a:r>
          </a:p>
          <a:p>
            <a:endParaRPr lang="en-IN" sz="1400" dirty="0">
              <a:latin typeface="Delius Swash Caps"/>
            </a:endParaRPr>
          </a:p>
          <a:p>
            <a:r>
              <a:rPr lang="en-IN" sz="1400" dirty="0">
                <a:latin typeface="Delius Swash Caps"/>
              </a:rPr>
              <a:t>✔ Region-Aware Prediction</a:t>
            </a:r>
          </a:p>
          <a:p>
            <a:endParaRPr lang="en-IN" sz="1400" dirty="0">
              <a:latin typeface="Delius Swash Caps"/>
            </a:endParaRPr>
          </a:p>
          <a:p>
            <a:r>
              <a:rPr lang="en-IN" sz="1400" dirty="0">
                <a:latin typeface="Delius Swash Caps"/>
              </a:rPr>
              <a:t>✔ Reproducible Pipeline</a:t>
            </a:r>
          </a:p>
          <a:p>
            <a:endParaRPr lang="en-IN" sz="1400" dirty="0">
              <a:latin typeface="Delius Swash Caps"/>
            </a:endParaRPr>
          </a:p>
          <a:p>
            <a:r>
              <a:rPr lang="en-IN" sz="1400" dirty="0">
                <a:latin typeface="Delius Swash Caps"/>
              </a:rPr>
              <a:t>✔ Deployment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4480;p84">
            <a:extLst>
              <a:ext uri="{FF2B5EF4-FFF2-40B4-BE49-F238E27FC236}">
                <a16:creationId xmlns:a16="http://schemas.microsoft.com/office/drawing/2014/main" id="{AE905567-CDA7-C211-C7B0-9D4A2D0477BC}"/>
              </a:ext>
            </a:extLst>
          </p:cNvPr>
          <p:cNvGrpSpPr/>
          <p:nvPr/>
        </p:nvGrpSpPr>
        <p:grpSpPr>
          <a:xfrm>
            <a:off x="7985520" y="1039320"/>
            <a:ext cx="1695600" cy="657720"/>
            <a:chOff x="7985520" y="1039320"/>
            <a:chExt cx="1695600" cy="657720"/>
          </a:xfrm>
        </p:grpSpPr>
        <p:sp>
          <p:nvSpPr>
            <p:cNvPr id="5" name="Google Shape;4481;p84">
              <a:extLst>
                <a:ext uri="{FF2B5EF4-FFF2-40B4-BE49-F238E27FC236}">
                  <a16:creationId xmlns:a16="http://schemas.microsoft.com/office/drawing/2014/main" id="{6DCC9FCE-ED55-B9B4-6F1A-1C12AD448EE5}"/>
                </a:ext>
              </a:extLst>
            </p:cNvPr>
            <p:cNvSpPr/>
            <p:nvPr/>
          </p:nvSpPr>
          <p:spPr>
            <a:xfrm rot="388200">
              <a:off x="8007120" y="1130760"/>
              <a:ext cx="1652400" cy="474480"/>
            </a:xfrm>
            <a:custGeom>
              <a:avLst/>
              <a:gdLst>
                <a:gd name="textAreaLeft" fmla="*/ 0 w 1652400"/>
                <a:gd name="textAreaRight" fmla="*/ 1652760 w 165240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128944" h="37053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56972" dir="2992196" algn="bl" rotWithShape="0">
                <a:schemeClr val="dk1">
                  <a:alpha val="79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4482;p84">
              <a:extLst>
                <a:ext uri="{FF2B5EF4-FFF2-40B4-BE49-F238E27FC236}">
                  <a16:creationId xmlns:a16="http://schemas.microsoft.com/office/drawing/2014/main" id="{603395F5-45D1-FFAC-95A0-B090F8BF65EC}"/>
                </a:ext>
              </a:extLst>
            </p:cNvPr>
            <p:cNvSpPr/>
            <p:nvPr/>
          </p:nvSpPr>
          <p:spPr>
            <a:xfrm rot="388200">
              <a:off x="8030880" y="1487880"/>
              <a:ext cx="1571040" cy="75960"/>
            </a:xfrm>
            <a:custGeom>
              <a:avLst/>
              <a:gdLst>
                <a:gd name="textAreaLeft" fmla="*/ 0 w 1571040"/>
                <a:gd name="textAreaRight" fmla="*/ 1571400 w 1571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22605" h="5968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4483;p84">
              <a:extLst>
                <a:ext uri="{FF2B5EF4-FFF2-40B4-BE49-F238E27FC236}">
                  <a16:creationId xmlns:a16="http://schemas.microsoft.com/office/drawing/2014/main" id="{98210DEC-F008-86F5-83E1-F1BFDDAE9142}"/>
                </a:ext>
              </a:extLst>
            </p:cNvPr>
            <p:cNvSpPr/>
            <p:nvPr/>
          </p:nvSpPr>
          <p:spPr>
            <a:xfrm rot="388200">
              <a:off x="8190360" y="110700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4484;p84">
              <a:extLst>
                <a:ext uri="{FF2B5EF4-FFF2-40B4-BE49-F238E27FC236}">
                  <a16:creationId xmlns:a16="http://schemas.microsoft.com/office/drawing/2014/main" id="{31766EF2-78A3-962A-3E4E-23F7F114CCB4}"/>
                </a:ext>
              </a:extLst>
            </p:cNvPr>
            <p:cNvSpPr/>
            <p:nvPr/>
          </p:nvSpPr>
          <p:spPr>
            <a:xfrm rot="388200">
              <a:off x="8530920" y="1145880"/>
              <a:ext cx="170280" cy="7596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321" h="5944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4485;p84">
              <a:extLst>
                <a:ext uri="{FF2B5EF4-FFF2-40B4-BE49-F238E27FC236}">
                  <a16:creationId xmlns:a16="http://schemas.microsoft.com/office/drawing/2014/main" id="{FC7B27B1-A6C3-ABB4-4263-E0558C40EAC5}"/>
                </a:ext>
              </a:extLst>
            </p:cNvPr>
            <p:cNvSpPr/>
            <p:nvPr/>
          </p:nvSpPr>
          <p:spPr>
            <a:xfrm rot="388200">
              <a:off x="8879400" y="118512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4" h="5944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4486;p84">
              <a:extLst>
                <a:ext uri="{FF2B5EF4-FFF2-40B4-BE49-F238E27FC236}">
                  <a16:creationId xmlns:a16="http://schemas.microsoft.com/office/drawing/2014/main" id="{E25940CD-D1E0-34AF-2661-9DBD133D9AD7}"/>
                </a:ext>
              </a:extLst>
            </p:cNvPr>
            <p:cNvSpPr/>
            <p:nvPr/>
          </p:nvSpPr>
          <p:spPr>
            <a:xfrm rot="388200">
              <a:off x="9220320" y="1224000"/>
              <a:ext cx="168840" cy="7596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3195" h="5944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4487;p84">
              <a:extLst>
                <a:ext uri="{FF2B5EF4-FFF2-40B4-BE49-F238E27FC236}">
                  <a16:creationId xmlns:a16="http://schemas.microsoft.com/office/drawing/2014/main" id="{A4EC9710-80EC-92EF-4314-B34EEB07350F}"/>
                </a:ext>
              </a:extLst>
            </p:cNvPr>
            <p:cNvSpPr/>
            <p:nvPr/>
          </p:nvSpPr>
          <p:spPr>
            <a:xfrm rot="388200">
              <a:off x="8717040" y="1165680"/>
              <a:ext cx="146880" cy="7596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487" h="5944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4488;p84">
              <a:extLst>
                <a:ext uri="{FF2B5EF4-FFF2-40B4-BE49-F238E27FC236}">
                  <a16:creationId xmlns:a16="http://schemas.microsoft.com/office/drawing/2014/main" id="{602C5F55-EF4E-F46F-7074-677B40F9BF53}"/>
                </a:ext>
              </a:extLst>
            </p:cNvPr>
            <p:cNvSpPr/>
            <p:nvPr/>
          </p:nvSpPr>
          <p:spPr>
            <a:xfrm rot="388200">
              <a:off x="9405000" y="1243440"/>
              <a:ext cx="141840" cy="759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1108" h="5944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4489;p84">
              <a:extLst>
                <a:ext uri="{FF2B5EF4-FFF2-40B4-BE49-F238E27FC236}">
                  <a16:creationId xmlns:a16="http://schemas.microsoft.com/office/drawing/2014/main" id="{560F3536-E30E-489E-3D7B-5146BAE97A38}"/>
                </a:ext>
              </a:extLst>
            </p:cNvPr>
            <p:cNvSpPr/>
            <p:nvPr/>
          </p:nvSpPr>
          <p:spPr>
            <a:xfrm rot="388200">
              <a:off x="9064080" y="1204920"/>
              <a:ext cx="140040" cy="7596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961" h="5944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4490;p84">
              <a:extLst>
                <a:ext uri="{FF2B5EF4-FFF2-40B4-BE49-F238E27FC236}">
                  <a16:creationId xmlns:a16="http://schemas.microsoft.com/office/drawing/2014/main" id="{00DEB84E-CF9E-46F0-D12B-5246D00D9A81}"/>
                </a:ext>
              </a:extLst>
            </p:cNvPr>
            <p:cNvSpPr/>
            <p:nvPr/>
          </p:nvSpPr>
          <p:spPr>
            <a:xfrm rot="388200">
              <a:off x="8376120" y="1126800"/>
              <a:ext cx="138600" cy="7596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10834" h="5944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4491;p84">
              <a:extLst>
                <a:ext uri="{FF2B5EF4-FFF2-40B4-BE49-F238E27FC236}">
                  <a16:creationId xmlns:a16="http://schemas.microsoft.com/office/drawing/2014/main" id="{0A7ED907-56DE-4D7E-8A73-AE5C9A926CA8}"/>
                </a:ext>
              </a:extLst>
            </p:cNvPr>
            <p:cNvSpPr/>
            <p:nvPr/>
          </p:nvSpPr>
          <p:spPr>
            <a:xfrm rot="388200">
              <a:off x="8059320" y="1183680"/>
              <a:ext cx="104760" cy="964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8200" h="7546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4492;p84">
              <a:extLst>
                <a:ext uri="{FF2B5EF4-FFF2-40B4-BE49-F238E27FC236}">
                  <a16:creationId xmlns:a16="http://schemas.microsoft.com/office/drawing/2014/main" id="{09D85296-2BCF-7F2A-703C-670CEFFA5302}"/>
                </a:ext>
              </a:extLst>
            </p:cNvPr>
            <p:cNvSpPr/>
            <p:nvPr/>
          </p:nvSpPr>
          <p:spPr>
            <a:xfrm rot="388200">
              <a:off x="8047080" y="1297800"/>
              <a:ext cx="104760" cy="8964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8200" h="702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4493;p84">
              <a:extLst>
                <a:ext uri="{FF2B5EF4-FFF2-40B4-BE49-F238E27FC236}">
                  <a16:creationId xmlns:a16="http://schemas.microsoft.com/office/drawing/2014/main" id="{0DA8CAD3-37BC-C0E7-D2F5-A6F2543F1DBC}"/>
                </a:ext>
              </a:extLst>
            </p:cNvPr>
            <p:cNvSpPr/>
            <p:nvPr/>
          </p:nvSpPr>
          <p:spPr>
            <a:xfrm rot="388200">
              <a:off x="8071560" y="1089720"/>
              <a:ext cx="104760" cy="7596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8200" h="5965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4494;p84">
              <a:extLst>
                <a:ext uri="{FF2B5EF4-FFF2-40B4-BE49-F238E27FC236}">
                  <a16:creationId xmlns:a16="http://schemas.microsoft.com/office/drawing/2014/main" id="{DF99956C-CE6F-0C24-10B5-E84716176B88}"/>
                </a:ext>
              </a:extLst>
            </p:cNvPr>
            <p:cNvSpPr/>
            <p:nvPr/>
          </p:nvSpPr>
          <p:spPr>
            <a:xfrm rot="388200">
              <a:off x="9551160" y="1350720"/>
              <a:ext cx="69120" cy="95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418" h="7507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4495;p84">
              <a:extLst>
                <a:ext uri="{FF2B5EF4-FFF2-40B4-BE49-F238E27FC236}">
                  <a16:creationId xmlns:a16="http://schemas.microsoft.com/office/drawing/2014/main" id="{F2EDD9D8-C563-6303-067D-534A5E680379}"/>
                </a:ext>
              </a:extLst>
            </p:cNvPr>
            <p:cNvSpPr/>
            <p:nvPr/>
          </p:nvSpPr>
          <p:spPr>
            <a:xfrm rot="388200">
              <a:off x="9538560" y="1464840"/>
              <a:ext cx="69120" cy="8928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5418" h="700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4496;p84">
              <a:extLst>
                <a:ext uri="{FF2B5EF4-FFF2-40B4-BE49-F238E27FC236}">
                  <a16:creationId xmlns:a16="http://schemas.microsoft.com/office/drawing/2014/main" id="{4DAC500F-7E72-C9DC-5128-7459726561F2}"/>
                </a:ext>
              </a:extLst>
            </p:cNvPr>
            <p:cNvSpPr/>
            <p:nvPr/>
          </p:nvSpPr>
          <p:spPr>
            <a:xfrm rot="388200">
              <a:off x="9562680" y="1257120"/>
              <a:ext cx="69120" cy="759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5418" h="5944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FEB7C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4497;p84">
              <a:extLst>
                <a:ext uri="{FF2B5EF4-FFF2-40B4-BE49-F238E27FC236}">
                  <a16:creationId xmlns:a16="http://schemas.microsoft.com/office/drawing/2014/main" id="{BE1E0463-4E01-4C2C-8C28-8A02A38ED78F}"/>
                </a:ext>
              </a:extLst>
            </p:cNvPr>
            <p:cNvSpPr/>
            <p:nvPr/>
          </p:nvSpPr>
          <p:spPr>
            <a:xfrm rot="388200">
              <a:off x="8178480" y="1200600"/>
              <a:ext cx="170640" cy="964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342" h="7546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4498;p84">
              <a:extLst>
                <a:ext uri="{FF2B5EF4-FFF2-40B4-BE49-F238E27FC236}">
                  <a16:creationId xmlns:a16="http://schemas.microsoft.com/office/drawing/2014/main" id="{4569958B-2D82-58A7-0E07-C76D3411A59F}"/>
                </a:ext>
              </a:extLst>
            </p:cNvPr>
            <p:cNvSpPr/>
            <p:nvPr/>
          </p:nvSpPr>
          <p:spPr>
            <a:xfrm rot="388200">
              <a:off x="8519040" y="1239480"/>
              <a:ext cx="170280" cy="9612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3321" h="7525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4499;p84">
              <a:extLst>
                <a:ext uri="{FF2B5EF4-FFF2-40B4-BE49-F238E27FC236}">
                  <a16:creationId xmlns:a16="http://schemas.microsoft.com/office/drawing/2014/main" id="{79CB067C-14CE-8EC7-DA80-1F7F4D1CE00B}"/>
                </a:ext>
              </a:extLst>
            </p:cNvPr>
            <p:cNvSpPr/>
            <p:nvPr/>
          </p:nvSpPr>
          <p:spPr>
            <a:xfrm rot="388200">
              <a:off x="9208440" y="1317600"/>
              <a:ext cx="168840" cy="9648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195" h="7546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4500;p84">
              <a:extLst>
                <a:ext uri="{FF2B5EF4-FFF2-40B4-BE49-F238E27FC236}">
                  <a16:creationId xmlns:a16="http://schemas.microsoft.com/office/drawing/2014/main" id="{C8AAD781-F28A-8D11-ECCA-5E62CFB93FC4}"/>
                </a:ext>
              </a:extLst>
            </p:cNvPr>
            <p:cNvSpPr/>
            <p:nvPr/>
          </p:nvSpPr>
          <p:spPr>
            <a:xfrm rot="388200">
              <a:off x="8867880" y="1279080"/>
              <a:ext cx="169200" cy="9648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3215" h="7546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4501;p84">
              <a:extLst>
                <a:ext uri="{FF2B5EF4-FFF2-40B4-BE49-F238E27FC236}">
                  <a16:creationId xmlns:a16="http://schemas.microsoft.com/office/drawing/2014/main" id="{EAD48C3B-4D0B-F91E-3E69-B0D847982258}"/>
                </a:ext>
              </a:extLst>
            </p:cNvPr>
            <p:cNvSpPr/>
            <p:nvPr/>
          </p:nvSpPr>
          <p:spPr>
            <a:xfrm rot="388200">
              <a:off x="8506440" y="1353600"/>
              <a:ext cx="170640" cy="892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42" h="6999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4502;p84">
              <a:extLst>
                <a:ext uri="{FF2B5EF4-FFF2-40B4-BE49-F238E27FC236}">
                  <a16:creationId xmlns:a16="http://schemas.microsoft.com/office/drawing/2014/main" id="{73A50727-4BEE-3E7C-3C60-67C55E58B7C1}"/>
                </a:ext>
              </a:extLst>
            </p:cNvPr>
            <p:cNvSpPr/>
            <p:nvPr/>
          </p:nvSpPr>
          <p:spPr>
            <a:xfrm rot="388200">
              <a:off x="8165880" y="1314720"/>
              <a:ext cx="170640" cy="89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342" h="702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4503;p84">
              <a:extLst>
                <a:ext uri="{FF2B5EF4-FFF2-40B4-BE49-F238E27FC236}">
                  <a16:creationId xmlns:a16="http://schemas.microsoft.com/office/drawing/2014/main" id="{5E13491F-6908-073F-1E04-5B0D7F0E2FDD}"/>
                </a:ext>
              </a:extLst>
            </p:cNvPr>
            <p:cNvSpPr/>
            <p:nvPr/>
          </p:nvSpPr>
          <p:spPr>
            <a:xfrm rot="388200">
              <a:off x="9195840" y="1431720"/>
              <a:ext cx="169200" cy="89280"/>
            </a:xfrm>
            <a:custGeom>
              <a:avLst/>
              <a:gdLst>
                <a:gd name="textAreaLeft" fmla="*/ 0 w 169200"/>
                <a:gd name="textAreaRight" fmla="*/ 169560 w 1692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216" h="700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4504;p84">
              <a:extLst>
                <a:ext uri="{FF2B5EF4-FFF2-40B4-BE49-F238E27FC236}">
                  <a16:creationId xmlns:a16="http://schemas.microsoft.com/office/drawing/2014/main" id="{31FAEDDF-9204-C6BB-8204-1789B34E793F}"/>
                </a:ext>
              </a:extLst>
            </p:cNvPr>
            <p:cNvSpPr/>
            <p:nvPr/>
          </p:nvSpPr>
          <p:spPr>
            <a:xfrm rot="388200">
              <a:off x="8855640" y="1393200"/>
              <a:ext cx="168840" cy="896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3194" h="702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4505;p84">
              <a:extLst>
                <a:ext uri="{FF2B5EF4-FFF2-40B4-BE49-F238E27FC236}">
                  <a16:creationId xmlns:a16="http://schemas.microsoft.com/office/drawing/2014/main" id="{C6260500-F221-DD08-48E0-889B85B28331}"/>
                </a:ext>
              </a:extLst>
            </p:cNvPr>
            <p:cNvSpPr/>
            <p:nvPr/>
          </p:nvSpPr>
          <p:spPr>
            <a:xfrm rot="388200">
              <a:off x="8705520" y="1259640"/>
              <a:ext cx="146880" cy="964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487" h="7546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4506;p84">
              <a:extLst>
                <a:ext uri="{FF2B5EF4-FFF2-40B4-BE49-F238E27FC236}">
                  <a16:creationId xmlns:a16="http://schemas.microsoft.com/office/drawing/2014/main" id="{71DD8DCD-C23C-8404-BD09-ED701400DADB}"/>
                </a:ext>
              </a:extLst>
            </p:cNvPr>
            <p:cNvSpPr/>
            <p:nvPr/>
          </p:nvSpPr>
          <p:spPr>
            <a:xfrm rot="388200">
              <a:off x="9393120" y="1337040"/>
              <a:ext cx="141840" cy="964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1108" h="7546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4507;p84">
              <a:extLst>
                <a:ext uri="{FF2B5EF4-FFF2-40B4-BE49-F238E27FC236}">
                  <a16:creationId xmlns:a16="http://schemas.microsoft.com/office/drawing/2014/main" id="{D0D9B6A8-AFCF-3E3A-320D-C08E9114ADC2}"/>
                </a:ext>
              </a:extLst>
            </p:cNvPr>
            <p:cNvSpPr/>
            <p:nvPr/>
          </p:nvSpPr>
          <p:spPr>
            <a:xfrm rot="388200">
              <a:off x="9052560" y="129852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10961" h="7527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508;p84">
              <a:extLst>
                <a:ext uri="{FF2B5EF4-FFF2-40B4-BE49-F238E27FC236}">
                  <a16:creationId xmlns:a16="http://schemas.microsoft.com/office/drawing/2014/main" id="{658D76CC-FDDA-A135-31A6-20A09478E728}"/>
                </a:ext>
              </a:extLst>
            </p:cNvPr>
            <p:cNvSpPr/>
            <p:nvPr/>
          </p:nvSpPr>
          <p:spPr>
            <a:xfrm rot="388200">
              <a:off x="8364960" y="1220040"/>
              <a:ext cx="138600" cy="964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855" h="7546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509;p84">
              <a:extLst>
                <a:ext uri="{FF2B5EF4-FFF2-40B4-BE49-F238E27FC236}">
                  <a16:creationId xmlns:a16="http://schemas.microsoft.com/office/drawing/2014/main" id="{6BBBCA2F-200E-FFCA-08D8-EE889283ED69}"/>
                </a:ext>
              </a:extLst>
            </p:cNvPr>
            <p:cNvSpPr/>
            <p:nvPr/>
          </p:nvSpPr>
          <p:spPr>
            <a:xfrm rot="388200">
              <a:off x="8692920" y="1373760"/>
              <a:ext cx="146880" cy="8928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1487" h="7001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510;p84">
              <a:extLst>
                <a:ext uri="{FF2B5EF4-FFF2-40B4-BE49-F238E27FC236}">
                  <a16:creationId xmlns:a16="http://schemas.microsoft.com/office/drawing/2014/main" id="{A8F125B5-F021-993A-5669-E8784EF5C018}"/>
                </a:ext>
              </a:extLst>
            </p:cNvPr>
            <p:cNvSpPr/>
            <p:nvPr/>
          </p:nvSpPr>
          <p:spPr>
            <a:xfrm rot="388200">
              <a:off x="9380520" y="1451160"/>
              <a:ext cx="141840" cy="896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1087" h="702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511;p84">
              <a:extLst>
                <a:ext uri="{FF2B5EF4-FFF2-40B4-BE49-F238E27FC236}">
                  <a16:creationId xmlns:a16="http://schemas.microsoft.com/office/drawing/2014/main" id="{E04CB393-70D7-C603-B4E5-706FD69380B3}"/>
                </a:ext>
              </a:extLst>
            </p:cNvPr>
            <p:cNvSpPr/>
            <p:nvPr/>
          </p:nvSpPr>
          <p:spPr>
            <a:xfrm rot="388200">
              <a:off x="9039960" y="1412640"/>
              <a:ext cx="140040" cy="8928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61" h="700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512;p84">
              <a:extLst>
                <a:ext uri="{FF2B5EF4-FFF2-40B4-BE49-F238E27FC236}">
                  <a16:creationId xmlns:a16="http://schemas.microsoft.com/office/drawing/2014/main" id="{8FD68D94-F0D4-0EA3-0F92-776F0EC7F9F8}"/>
                </a:ext>
              </a:extLst>
            </p:cNvPr>
            <p:cNvSpPr/>
            <p:nvPr/>
          </p:nvSpPr>
          <p:spPr>
            <a:xfrm rot="388200">
              <a:off x="8352000" y="1334160"/>
              <a:ext cx="138600" cy="892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855" h="7001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513;p84">
              <a:extLst>
                <a:ext uri="{FF2B5EF4-FFF2-40B4-BE49-F238E27FC236}">
                  <a16:creationId xmlns:a16="http://schemas.microsoft.com/office/drawing/2014/main" id="{4D29A619-2091-50B3-E94A-4DD8693C3B04}"/>
                </a:ext>
              </a:extLst>
            </p:cNvPr>
            <p:cNvSpPr/>
            <p:nvPr/>
          </p:nvSpPr>
          <p:spPr>
            <a:xfrm rot="388200">
              <a:off x="8046360" y="1171440"/>
              <a:ext cx="1572840" cy="393840"/>
            </a:xfrm>
            <a:custGeom>
              <a:avLst/>
              <a:gdLst>
                <a:gd name="textAreaLeft" fmla="*/ 0 w 1572840"/>
                <a:gd name="textAreaRight" fmla="*/ 1573200 w 157284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22748" h="30762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ECBA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" name="Google Shape;4469;p84">
            <a:extLst>
              <a:ext uri="{FF2B5EF4-FFF2-40B4-BE49-F238E27FC236}">
                <a16:creationId xmlns:a16="http://schemas.microsoft.com/office/drawing/2014/main" id="{C6277669-446F-973E-7D19-34256C637240}"/>
              </a:ext>
            </a:extLst>
          </p:cNvPr>
          <p:cNvGrpSpPr/>
          <p:nvPr/>
        </p:nvGrpSpPr>
        <p:grpSpPr>
          <a:xfrm>
            <a:off x="-824400" y="3679920"/>
            <a:ext cx="1739520" cy="1017360"/>
            <a:chOff x="-824400" y="3679920"/>
            <a:chExt cx="1739520" cy="1017360"/>
          </a:xfrm>
        </p:grpSpPr>
        <p:sp>
          <p:nvSpPr>
            <p:cNvPr id="39" name="Google Shape;4470;p84">
              <a:extLst>
                <a:ext uri="{FF2B5EF4-FFF2-40B4-BE49-F238E27FC236}">
                  <a16:creationId xmlns:a16="http://schemas.microsoft.com/office/drawing/2014/main" id="{9AA1E043-5147-3CF6-C458-FA59C2D212D6}"/>
                </a:ext>
              </a:extLst>
            </p:cNvPr>
            <p:cNvSpPr/>
            <p:nvPr/>
          </p:nvSpPr>
          <p:spPr>
            <a:xfrm rot="20536800">
              <a:off x="-781200" y="3918600"/>
              <a:ext cx="1653840" cy="539640"/>
            </a:xfrm>
            <a:custGeom>
              <a:avLst/>
              <a:gdLst>
                <a:gd name="textAreaLeft" fmla="*/ 0 w 1653840"/>
                <a:gd name="textAreaRight" fmla="*/ 1654200 w 1653840"/>
                <a:gd name="textAreaTop" fmla="*/ 0 h 539640"/>
                <a:gd name="textAreaBottom" fmla="*/ 540000 h 539640"/>
              </a:gdLst>
              <a:ahLst/>
              <a:cxnLst/>
              <a:rect l="textAreaLeft" t="textAreaTop" r="textAreaRight" b="textAreaBottom"/>
              <a:pathLst>
                <a:path w="137333" h="44838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ffectLst>
              <a:outerShdw dist="66281" dir="2884930" algn="bl" rotWithShape="0">
                <a:schemeClr val="dk1">
                  <a:alpha val="80000"/>
                </a:scheme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471;p84">
              <a:extLst>
                <a:ext uri="{FF2B5EF4-FFF2-40B4-BE49-F238E27FC236}">
                  <a16:creationId xmlns:a16="http://schemas.microsoft.com/office/drawing/2014/main" id="{882F0EB8-F565-D493-66FD-155224056AA6}"/>
                </a:ext>
              </a:extLst>
            </p:cNvPr>
            <p:cNvSpPr/>
            <p:nvPr/>
          </p:nvSpPr>
          <p:spPr>
            <a:xfrm rot="20536800">
              <a:off x="-563760" y="4173120"/>
              <a:ext cx="230760" cy="39744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397440"/>
                <a:gd name="textAreaBottom" fmla="*/ 397800 h 397440"/>
              </a:gdLst>
              <a:ahLst/>
              <a:cxnLst/>
              <a:rect l="textAreaLeft" t="textAreaTop" r="textAreaRight" b="textAreaBottom"/>
              <a:pathLst>
                <a:path w="19180" h="33036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472;p84">
              <a:extLst>
                <a:ext uri="{FF2B5EF4-FFF2-40B4-BE49-F238E27FC236}">
                  <a16:creationId xmlns:a16="http://schemas.microsoft.com/office/drawing/2014/main" id="{B7335186-707D-C391-926D-8AE9EBEBFECA}"/>
                </a:ext>
              </a:extLst>
            </p:cNvPr>
            <p:cNvSpPr/>
            <p:nvPr/>
          </p:nvSpPr>
          <p:spPr>
            <a:xfrm rot="20536800">
              <a:off x="406080" y="3810600"/>
              <a:ext cx="234000" cy="3963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360"/>
                <a:gd name="textAreaBottom" fmla="*/ 396720 h 396360"/>
              </a:gdLst>
              <a:ahLst/>
              <a:cxnLst/>
              <a:rect l="textAreaLeft" t="textAreaTop" r="textAreaRight" b="textAreaBottom"/>
              <a:pathLst>
                <a:path w="19455" h="32933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473;p84">
              <a:extLst>
                <a:ext uri="{FF2B5EF4-FFF2-40B4-BE49-F238E27FC236}">
                  <a16:creationId xmlns:a16="http://schemas.microsoft.com/office/drawing/2014/main" id="{18C005B8-744B-8B8A-C9AA-DA4F63051388}"/>
                </a:ext>
              </a:extLst>
            </p:cNvPr>
            <p:cNvSpPr/>
            <p:nvPr/>
          </p:nvSpPr>
          <p:spPr>
            <a:xfrm rot="20536800">
              <a:off x="-235080" y="405072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01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474;p84">
              <a:extLst>
                <a:ext uri="{FF2B5EF4-FFF2-40B4-BE49-F238E27FC236}">
                  <a16:creationId xmlns:a16="http://schemas.microsoft.com/office/drawing/2014/main" id="{66E558CA-949F-2502-E056-039317670EC7}"/>
                </a:ext>
              </a:extLst>
            </p:cNvPr>
            <p:cNvSpPr/>
            <p:nvPr/>
          </p:nvSpPr>
          <p:spPr>
            <a:xfrm rot="20536800">
              <a:off x="75240" y="3934440"/>
              <a:ext cx="234000" cy="39600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454" h="32922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4475;p84">
              <a:extLst>
                <a:ext uri="{FF2B5EF4-FFF2-40B4-BE49-F238E27FC236}">
                  <a16:creationId xmlns:a16="http://schemas.microsoft.com/office/drawing/2014/main" id="{189435F3-4963-35B5-2862-FCF6CD22A328}"/>
                </a:ext>
              </a:extLst>
            </p:cNvPr>
            <p:cNvSpPr/>
            <p:nvPr/>
          </p:nvSpPr>
          <p:spPr>
            <a:xfrm rot="20536800">
              <a:off x="241560" y="3872160"/>
              <a:ext cx="233280" cy="39708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9391" h="32985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4476;p84">
              <a:extLst>
                <a:ext uri="{FF2B5EF4-FFF2-40B4-BE49-F238E27FC236}">
                  <a16:creationId xmlns:a16="http://schemas.microsoft.com/office/drawing/2014/main" id="{FD23D849-CC40-3F9A-2FDF-231BCCDE2610}"/>
                </a:ext>
              </a:extLst>
            </p:cNvPr>
            <p:cNvSpPr/>
            <p:nvPr/>
          </p:nvSpPr>
          <p:spPr>
            <a:xfrm rot="20536800">
              <a:off x="-398880" y="4111560"/>
              <a:ext cx="232560" cy="396000"/>
            </a:xfrm>
            <a:custGeom>
              <a:avLst/>
              <a:gdLst>
                <a:gd name="textAreaLeft" fmla="*/ 0 w 232560"/>
                <a:gd name="textAreaRight" fmla="*/ 232920 w 232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9328" h="32923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4477;p84">
              <a:extLst>
                <a:ext uri="{FF2B5EF4-FFF2-40B4-BE49-F238E27FC236}">
                  <a16:creationId xmlns:a16="http://schemas.microsoft.com/office/drawing/2014/main" id="{6039AA4F-B488-BCE5-F481-AAB2AE23D749}"/>
                </a:ext>
              </a:extLst>
            </p:cNvPr>
            <p:cNvSpPr/>
            <p:nvPr/>
          </p:nvSpPr>
          <p:spPr>
            <a:xfrm rot="20536800">
              <a:off x="-67680" y="3992760"/>
              <a:ext cx="211680" cy="39564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395640"/>
                <a:gd name="textAreaBottom" fmla="*/ 396000 h 395640"/>
              </a:gdLst>
              <a:ahLst/>
              <a:cxnLst/>
              <a:rect l="textAreaLeft" t="textAreaTop" r="textAreaRight" b="textAreaBottom"/>
              <a:pathLst>
                <a:path w="17620" h="32879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4478;p84">
              <a:extLst>
                <a:ext uri="{FF2B5EF4-FFF2-40B4-BE49-F238E27FC236}">
                  <a16:creationId xmlns:a16="http://schemas.microsoft.com/office/drawing/2014/main" id="{361935B9-C848-B516-4B32-E2DE6C473316}"/>
                </a:ext>
              </a:extLst>
            </p:cNvPr>
            <p:cNvSpPr/>
            <p:nvPr/>
          </p:nvSpPr>
          <p:spPr>
            <a:xfrm rot="20536800">
              <a:off x="572400" y="3752640"/>
              <a:ext cx="214560" cy="39600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7853" h="32905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4479;p84">
              <a:extLst>
                <a:ext uri="{FF2B5EF4-FFF2-40B4-BE49-F238E27FC236}">
                  <a16:creationId xmlns:a16="http://schemas.microsoft.com/office/drawing/2014/main" id="{4EBA0495-8F1B-0C8C-9ECC-C7E061990ECE}"/>
                </a:ext>
              </a:extLst>
            </p:cNvPr>
            <p:cNvSpPr/>
            <p:nvPr/>
          </p:nvSpPr>
          <p:spPr>
            <a:xfrm rot="20536800">
              <a:off x="-697320" y="4230360"/>
              <a:ext cx="198720" cy="39708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97080"/>
                <a:gd name="textAreaBottom" fmla="*/ 397440 h 397080"/>
              </a:gdLst>
              <a:ahLst/>
              <a:cxnLst/>
              <a:rect l="textAreaLeft" t="textAreaTop" r="textAreaRight" b="textAreaBottom"/>
              <a:pathLst>
                <a:path w="16525" h="33008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>
            <a:extLst>
              <a:ext uri="{FF2B5EF4-FFF2-40B4-BE49-F238E27FC236}">
                <a16:creationId xmlns:a16="http://schemas.microsoft.com/office/drawing/2014/main" id="{DC655D91-13E3-6A9B-745F-491FFBDAB9CD}"/>
              </a:ext>
            </a:extLst>
          </p:cNvPr>
          <p:cNvSpPr txBox="1">
            <a:spLocks/>
          </p:cNvSpPr>
          <p:nvPr/>
        </p:nvSpPr>
        <p:spPr>
          <a:xfrm>
            <a:off x="2277480" y="1925419"/>
            <a:ext cx="4589040" cy="129266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7200" dirty="0">
                <a:solidFill>
                  <a:schemeClr val="dk1"/>
                </a:solidFill>
                <a:latin typeface="Dancing Script"/>
                <a:ea typeface="Dancing Script"/>
              </a:rPr>
              <a:t>Thank You!</a:t>
            </a:r>
            <a:endParaRPr lang="fr-FR" sz="7200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060088"/>
      </p:ext>
    </p:extLst>
  </p:cSld>
  <p:clrMapOvr>
    <a:masterClrMapping/>
  </p:clrMapOvr>
</p:sld>
</file>

<file path=ppt/theme/theme1.xml><?xml version="1.0" encoding="utf-8"?>
<a:theme xmlns:a="http://schemas.openxmlformats.org/drawingml/2006/main" name="Pretty Aesthetic Notes for School by Slidesgo">
  <a:themeElements>
    <a:clrScheme name="Simple Light">
      <a:dk1>
        <a:srgbClr val="000000"/>
      </a:dk1>
      <a:lt1>
        <a:srgbClr val="ECECEC"/>
      </a:lt1>
      <a:dk2>
        <a:srgbClr val="FFDBDE"/>
      </a:dk2>
      <a:lt2>
        <a:srgbClr val="AEC6CF"/>
      </a:lt2>
      <a:accent1>
        <a:srgbClr val="FECBA7"/>
      </a:accent1>
      <a:accent2>
        <a:srgbClr val="FEB7C0"/>
      </a:accent2>
      <a:accent3>
        <a:srgbClr val="6B9BAD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418</Words>
  <Application>Microsoft Office PowerPoint</Application>
  <PresentationFormat>On-screen Show (16:9)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Dancing Script</vt:lpstr>
      <vt:lpstr>Delius Swash Caps</vt:lpstr>
      <vt:lpstr>OpenSymbol</vt:lpstr>
      <vt:lpstr>Symbol</vt:lpstr>
      <vt:lpstr>Wingdings</vt:lpstr>
      <vt:lpstr>Pretty Aesthetic Notes for School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sandhya</dc:creator>
  <cp:lastModifiedBy>sandhya chandel</cp:lastModifiedBy>
  <cp:revision>2</cp:revision>
  <dcterms:modified xsi:type="dcterms:W3CDTF">2026-07-01T17:52:19Z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2026-07-01T14:05:08Z</dcterms:created>
  <dc:creator>Slidesgo AI</dc:creator>
  <dc:description/>
  <dc:language>en-US</dc:language>
  <cp:lastModifiedBy>Unknown Creator</cp:lastModifiedBy>
  <dcterms:modified xsi:type="dcterms:W3CDTF">2026-07-01T14:05:08Z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a227a4d1-53a0-4336-8a1f-1ee60412ebc8</vt:lpwstr>
  </property>
</Properties>
</file>